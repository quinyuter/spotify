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5"/>
    <p:sldMasterId id="214748367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y="5143500" cx="9144000"/>
  <p:notesSz cx="6858000" cy="9144000"/>
  <p:embeddedFontLst>
    <p:embeddedFont>
      <p:font typeface="Roboto"/>
      <p:regular r:id="rId46"/>
      <p:bold r:id="rId47"/>
      <p:italic r:id="rId48"/>
      <p:boldItalic r:id="rId49"/>
    </p:embeddedFont>
    <p:embeddedFont>
      <p:font typeface="Poppins"/>
      <p:regular r:id="rId50"/>
      <p:bold r:id="rId51"/>
      <p:italic r:id="rId52"/>
      <p:boldItalic r:id="rId53"/>
    </p:embeddedFont>
    <p:embeddedFont>
      <p:font typeface="Poppins Medium"/>
      <p:regular r:id="rId54"/>
      <p:bold r:id="rId55"/>
      <p:italic r:id="rId56"/>
      <p:boldItalic r:id="rId57"/>
    </p:embeddedFont>
    <p:embeddedFont>
      <p:font typeface="Poppins SemiBold"/>
      <p:regular r:id="rId58"/>
      <p:bold r:id="rId59"/>
      <p:italic r:id="rId60"/>
      <p:boldItalic r:id="rId61"/>
    </p:embeddedFont>
    <p:embeddedFont>
      <p:font typeface="Open Sans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22600F-201E-4158-B94E-A693C648F713}">
  <a:tblStyle styleId="{F222600F-201E-4158-B94E-A693C648F71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font" Target="fonts/Roboto-regular.fntdata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Roboto-italic.fntdata"/><Relationship Id="rId47" Type="http://schemas.openxmlformats.org/officeDocument/2006/relationships/font" Target="fonts/Roboto-bold.fntdata"/><Relationship Id="rId49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OpenSans-regular.fntdata"/><Relationship Id="rId61" Type="http://schemas.openxmlformats.org/officeDocument/2006/relationships/font" Target="fonts/PoppinsSemiBold-boldItalic.fntdata"/><Relationship Id="rId20" Type="http://schemas.openxmlformats.org/officeDocument/2006/relationships/slide" Target="slides/slide13.xml"/><Relationship Id="rId64" Type="http://schemas.openxmlformats.org/officeDocument/2006/relationships/font" Target="fonts/OpenSans-italic.fntdata"/><Relationship Id="rId63" Type="http://schemas.openxmlformats.org/officeDocument/2006/relationships/font" Target="fonts/OpenSans-bold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65" Type="http://schemas.openxmlformats.org/officeDocument/2006/relationships/font" Target="fonts/OpenSans-boldItalic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schemas.openxmlformats.org/officeDocument/2006/relationships/font" Target="fonts/PoppinsSemiBold-italic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Poppins-bold.fntdata"/><Relationship Id="rId50" Type="http://schemas.openxmlformats.org/officeDocument/2006/relationships/font" Target="fonts/Poppins-regular.fntdata"/><Relationship Id="rId53" Type="http://schemas.openxmlformats.org/officeDocument/2006/relationships/font" Target="fonts/Poppins-boldItalic.fntdata"/><Relationship Id="rId52" Type="http://schemas.openxmlformats.org/officeDocument/2006/relationships/font" Target="fonts/Poppins-italic.fntdata"/><Relationship Id="rId11" Type="http://schemas.openxmlformats.org/officeDocument/2006/relationships/slide" Target="slides/slide4.xml"/><Relationship Id="rId55" Type="http://schemas.openxmlformats.org/officeDocument/2006/relationships/font" Target="fonts/PoppinsMedium-bold.fntdata"/><Relationship Id="rId10" Type="http://schemas.openxmlformats.org/officeDocument/2006/relationships/slide" Target="slides/slide3.xml"/><Relationship Id="rId54" Type="http://schemas.openxmlformats.org/officeDocument/2006/relationships/font" Target="fonts/PoppinsMedium-regular.fntdata"/><Relationship Id="rId13" Type="http://schemas.openxmlformats.org/officeDocument/2006/relationships/slide" Target="slides/slide6.xml"/><Relationship Id="rId57" Type="http://schemas.openxmlformats.org/officeDocument/2006/relationships/font" Target="fonts/PoppinsMedium-boldItalic.fntdata"/><Relationship Id="rId12" Type="http://schemas.openxmlformats.org/officeDocument/2006/relationships/slide" Target="slides/slide5.xml"/><Relationship Id="rId56" Type="http://schemas.openxmlformats.org/officeDocument/2006/relationships/font" Target="fonts/PoppinsMedium-italic.fntdata"/><Relationship Id="rId15" Type="http://schemas.openxmlformats.org/officeDocument/2006/relationships/slide" Target="slides/slide8.xml"/><Relationship Id="rId59" Type="http://schemas.openxmlformats.org/officeDocument/2006/relationships/font" Target="fonts/PoppinsSemiBold-bold.fntdata"/><Relationship Id="rId14" Type="http://schemas.openxmlformats.org/officeDocument/2006/relationships/slide" Target="slides/slide7.xml"/><Relationship Id="rId58" Type="http://schemas.openxmlformats.org/officeDocument/2006/relationships/font" Target="fonts/PoppinsSemiBold-regular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9f02095231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Quin</a:t>
            </a:r>
            <a:endParaRPr/>
          </a:p>
        </p:txBody>
      </p:sp>
      <p:sp>
        <p:nvSpPr>
          <p:cNvPr id="150" name="Google Shape;150;g19f02095231_2_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32b4bfb43c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32b4bfb43c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Quin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9f02095231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Quin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19f02095231_2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9f02095231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Quin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19f02095231_2_10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30a442de4c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Quin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30a442de4c_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30a442de4c_1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Quin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g330a442de4c_1_1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30a442de4c_1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Quin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g330a442de4c_1_2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33de6a9a70c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Quin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g33de6a9a70c_1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330a442de4c_2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Quin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g330a442de4c_2_2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30a442de4c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Quin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g330a442de4c_1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330a442de4c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Quin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g330a442de4c_2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330a442de4c_2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Quin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g330a442de4c_2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330a442de4c_2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Howie</a:t>
            </a:r>
            <a:endParaRPr/>
          </a:p>
        </p:txBody>
      </p:sp>
      <p:sp>
        <p:nvSpPr>
          <p:cNvPr id="1513" name="Google Shape;1513;g330a442de4c_2_3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g33de6a9a70c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Howie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g33de6a9a70c_4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g330a442de4c_2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Howie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g330a442de4c_2_1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g330a442de4c_2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Howie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g330a442de4c_2_2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8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g33de6a9a70c_4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0" name="Google Shape;1930;g33de6a9a70c_4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Howie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5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Google Shape;1936;g2afa7627e7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Pablo</a:t>
            </a:r>
            <a:endParaRPr/>
          </a:p>
        </p:txBody>
      </p:sp>
      <p:sp>
        <p:nvSpPr>
          <p:cNvPr id="1937" name="Google Shape;1937;g2afa7627e72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g2afa7627e72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Pablo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0" name="Google Shape;2040;g2afa7627e72_1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2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g33de6a9a70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Pablo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4" name="Google Shape;2144;g33de6a9a70c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6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7" name="Google Shape;2247;g33de6a9a70c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Pablo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8" name="Google Shape;2248;g33de6a9a70c_1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0" name="Shape 2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1" name="Google Shape;2351;g2afa7627e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Pablo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2" name="Google Shape;2352;g2afa7627e7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4" name="Shape 2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5" name="Google Shape;2455;g33c27d21d1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Pablo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6" name="Google Shape;2456;g33c27d21d1b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9" name="Shape 2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" name="Google Shape;2560;g33da224a9c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Pablo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1" name="Google Shape;2561;g33da224a9c7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2" name="Shape 2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" name="Google Shape;2663;g33c2484c0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Zach</a:t>
            </a:r>
            <a:endParaRPr/>
          </a:p>
        </p:txBody>
      </p:sp>
      <p:sp>
        <p:nvSpPr>
          <p:cNvPr id="2664" name="Google Shape;2664;g33c2484c09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6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g33c2484c09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Zach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68" name="Google Shape;2768;g33c2484c092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1" name="Shape 2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2" name="Google Shape;2872;g33de6a9a70c_2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Zach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73" name="Google Shape;2873;g33de6a9a70c_2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7" name="Shape 2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8" name="Google Shape;2978;g33c27d21d1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Zach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9" name="Google Shape;2979;g33c27d21d1b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1" name="Shape 3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Google Shape;3082;g2afa7627e7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Zach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3" name="Google Shape;3083;g2afa7627e72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8" name="Shape 3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9" name="Google Shape;3189;g33de6a9a70c_3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Zach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0" name="Google Shape;3190;g33de6a9a70c_3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1" name="Shape 3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2" name="Google Shape;3292;g33de6a9a70c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Zach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93" name="Google Shape;3293;g33de6a9a70c_3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5" name="Shape 3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6" name="Google Shape;3396;g33de6a9a70c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Howie</a:t>
            </a:r>
            <a:endParaRPr/>
          </a:p>
        </p:txBody>
      </p:sp>
      <p:sp>
        <p:nvSpPr>
          <p:cNvPr id="3397" name="Google Shape;3397;g33de6a9a70c_5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0" name="Shape 3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1" name="Google Shape;3501;g33de6a9a70c_5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Howie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2" name="Google Shape;3502;g33de6a9a70c_5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3" name="Shape 3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" name="Google Shape;3604;g33de6a9a70c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Howie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05" name="Google Shape;3605;g33de6a9a70c_2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5" name="Shape 3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" name="Google Shape;3706;g33de6a9a70c_1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Zach</a:t>
            </a:r>
            <a:endParaRPr/>
          </a:p>
        </p:txBody>
      </p:sp>
      <p:sp>
        <p:nvSpPr>
          <p:cNvPr id="3707" name="Google Shape;3707;g33de6a9a70c_1_2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7" name="Shape 3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8" name="Google Shape;3808;g33de6a9a70c_1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Zach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9" name="Google Shape;3809;g33de6a9a70c_1_3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0" name="Shape 3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" name="Google Shape;3911;g33de6a9a70c_1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2" name="Google Shape;3912;g33de6a9a70c_1_3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1" name="Shape 3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2" name="Google Shape;3972;g19f02095231_2_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3" name="Google Shape;3973;g19f02095231_2_9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>
  <p:cSld name="3_Title Slid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>
            <p:ph idx="2" type="pic"/>
          </p:nvPr>
        </p:nvSpPr>
        <p:spPr>
          <a:xfrm>
            <a:off x="647700" y="504825"/>
            <a:ext cx="3371850" cy="51530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1" name="Google Shape;61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>
            <p:ph idx="2" type="pic"/>
          </p:nvPr>
        </p:nvSpPr>
        <p:spPr>
          <a:xfrm>
            <a:off x="2452034" y="870243"/>
            <a:ext cx="1057458" cy="105745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/>
          <p:nvPr>
            <p:ph idx="2" type="pic"/>
          </p:nvPr>
        </p:nvSpPr>
        <p:spPr>
          <a:xfrm>
            <a:off x="2608657" y="2326710"/>
            <a:ext cx="1143089" cy="114308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/>
          <p:nvPr>
            <p:ph idx="3" type="pic"/>
          </p:nvPr>
        </p:nvSpPr>
        <p:spPr>
          <a:xfrm>
            <a:off x="4255177" y="2326710"/>
            <a:ext cx="1143089" cy="1143089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7"/>
          <p:cNvSpPr/>
          <p:nvPr>
            <p:ph idx="4" type="pic"/>
          </p:nvPr>
        </p:nvSpPr>
        <p:spPr>
          <a:xfrm>
            <a:off x="5901697" y="2326710"/>
            <a:ext cx="1143088" cy="1143089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/>
          <p:nvPr>
            <p:ph idx="5" type="pic"/>
          </p:nvPr>
        </p:nvSpPr>
        <p:spPr>
          <a:xfrm>
            <a:off x="7548216" y="2326710"/>
            <a:ext cx="1143088" cy="114308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6484055" y="2170798"/>
            <a:ext cx="836703" cy="77373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/>
          <p:nvPr>
            <p:ph idx="3" type="pic"/>
          </p:nvPr>
        </p:nvSpPr>
        <p:spPr>
          <a:xfrm>
            <a:off x="8002877" y="2170798"/>
            <a:ext cx="836703" cy="77373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9"/>
          <p:cNvSpPr/>
          <p:nvPr>
            <p:ph idx="4" type="pic"/>
          </p:nvPr>
        </p:nvSpPr>
        <p:spPr>
          <a:xfrm>
            <a:off x="6484055" y="3715372"/>
            <a:ext cx="836703" cy="77373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9"/>
          <p:cNvSpPr/>
          <p:nvPr>
            <p:ph idx="5" type="pic"/>
          </p:nvPr>
        </p:nvSpPr>
        <p:spPr>
          <a:xfrm>
            <a:off x="8002877" y="3715372"/>
            <a:ext cx="836703" cy="77373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/>
          <p:nvPr>
            <p:ph idx="2" type="pic"/>
          </p:nvPr>
        </p:nvSpPr>
        <p:spPr>
          <a:xfrm>
            <a:off x="2465789" y="2122168"/>
            <a:ext cx="1869872" cy="2349809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20"/>
          <p:cNvSpPr/>
          <p:nvPr>
            <p:ph idx="3" type="pic"/>
          </p:nvPr>
        </p:nvSpPr>
        <p:spPr>
          <a:xfrm>
            <a:off x="4572000" y="1423846"/>
            <a:ext cx="2342557" cy="1483813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0"/>
          <p:cNvSpPr/>
          <p:nvPr>
            <p:ph idx="4" type="pic"/>
          </p:nvPr>
        </p:nvSpPr>
        <p:spPr>
          <a:xfrm>
            <a:off x="4571999" y="3144002"/>
            <a:ext cx="2342557" cy="1319171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20"/>
          <p:cNvSpPr/>
          <p:nvPr>
            <p:ph idx="5" type="pic"/>
          </p:nvPr>
        </p:nvSpPr>
        <p:spPr>
          <a:xfrm>
            <a:off x="7150897" y="1423847"/>
            <a:ext cx="1687116" cy="304813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7222496" y="1314582"/>
            <a:ext cx="1454704" cy="145470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Blank">
  <p:cSld name="4_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/>
          <p:nvPr>
            <p:ph idx="2" type="pic"/>
          </p:nvPr>
        </p:nvSpPr>
        <p:spPr>
          <a:xfrm>
            <a:off x="316830" y="4405395"/>
            <a:ext cx="600859" cy="60085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8" name="Google Shape;98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1" name="Google Shape;111;p26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3" name="Google Shape;113;p26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8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5" name="Google Shape;125;p28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6" name="Google Shape;126;p2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9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29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3" name="Google Shape;133;p2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9" name="Google Shape;139;p3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3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31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5" name="Google Shape;145;p3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3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theme" Target="../theme/theme3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rive.google.com/file/d/1f6SJoJbCfEseimicxAmJi2u-i5DlMwWU/view" TargetMode="External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slide" Target="/ppt/slides/slide3.xml"/><Relationship Id="rId22" Type="http://schemas.openxmlformats.org/officeDocument/2006/relationships/slide" Target="/ppt/slides/slide3.xml"/><Relationship Id="rId21" Type="http://schemas.openxmlformats.org/officeDocument/2006/relationships/slide" Target="/ppt/slides/slide3.xml"/><Relationship Id="rId24" Type="http://schemas.openxmlformats.org/officeDocument/2006/relationships/slide" Target="/ppt/slides/slide3.xml"/><Relationship Id="rId23" Type="http://schemas.openxmlformats.org/officeDocument/2006/relationships/slide" Target="/ppt/slides/slide3.xml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2.jpg"/><Relationship Id="rId9" Type="http://schemas.openxmlformats.org/officeDocument/2006/relationships/slide" Target="/ppt/slides/slide3.xml"/><Relationship Id="rId25" Type="http://schemas.openxmlformats.org/officeDocument/2006/relationships/image" Target="../media/image6.png"/><Relationship Id="rId5" Type="http://schemas.openxmlformats.org/officeDocument/2006/relationships/image" Target="../media/image5.jpg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3.xml"/><Relationship Id="rId10" Type="http://schemas.openxmlformats.org/officeDocument/2006/relationships/slide" Target="/ppt/slides/slide3.xml"/><Relationship Id="rId13" Type="http://schemas.openxmlformats.org/officeDocument/2006/relationships/slide" Target="/ppt/slides/slide3.xml"/><Relationship Id="rId12" Type="http://schemas.openxmlformats.org/officeDocument/2006/relationships/image" Target="../media/image4.png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Relationship Id="rId17" Type="http://schemas.openxmlformats.org/officeDocument/2006/relationships/slide" Target="/ppt/slides/slide3.xml"/><Relationship Id="rId16" Type="http://schemas.openxmlformats.org/officeDocument/2006/relationships/slide" Target="/ppt/slides/slide3.xml"/><Relationship Id="rId19" Type="http://schemas.openxmlformats.org/officeDocument/2006/relationships/slide" Target="/ppt/slides/slide3.xml"/><Relationship Id="rId18" Type="http://schemas.openxmlformats.org/officeDocument/2006/relationships/slide" Target="/ppt/slides/slide3.xml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slide" Target="/ppt/slides/slide3.xml"/><Relationship Id="rId21" Type="http://schemas.openxmlformats.org/officeDocument/2006/relationships/slide" Target="/ppt/slides/slide3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4.xml"/><Relationship Id="rId4" Type="http://schemas.openxmlformats.org/officeDocument/2006/relationships/slide" Target="/ppt/slides/slide4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4.xml"/><Relationship Id="rId10" Type="http://schemas.openxmlformats.org/officeDocument/2006/relationships/slide" Target="/ppt/slides/slide4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Relationship Id="rId17" Type="http://schemas.openxmlformats.org/officeDocument/2006/relationships/slide" Target="/ppt/slides/slide4.xml"/><Relationship Id="rId16" Type="http://schemas.openxmlformats.org/officeDocument/2006/relationships/slide" Target="/ppt/slides/slide4.xml"/><Relationship Id="rId19" Type="http://schemas.openxmlformats.org/officeDocument/2006/relationships/slide" Target="/ppt/slides/slide3.xml"/><Relationship Id="rId18" Type="http://schemas.openxmlformats.org/officeDocument/2006/relationships/slide" Target="/ppt/slides/slide3.xml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slide" Target="/ppt/slides/slide3.xml"/><Relationship Id="rId21" Type="http://schemas.openxmlformats.org/officeDocument/2006/relationships/slide" Target="/ppt/slides/slide3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5.xml"/><Relationship Id="rId4" Type="http://schemas.openxmlformats.org/officeDocument/2006/relationships/slide" Target="/ppt/slides/slide5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5.xml"/><Relationship Id="rId10" Type="http://schemas.openxmlformats.org/officeDocument/2006/relationships/slide" Target="/ppt/slides/slide5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Relationship Id="rId17" Type="http://schemas.openxmlformats.org/officeDocument/2006/relationships/slide" Target="/ppt/slides/slide5.xml"/><Relationship Id="rId16" Type="http://schemas.openxmlformats.org/officeDocument/2006/relationships/slide" Target="/ppt/slides/slide5.xml"/><Relationship Id="rId19" Type="http://schemas.openxmlformats.org/officeDocument/2006/relationships/slide" Target="/ppt/slides/slide3.xml"/><Relationship Id="rId18" Type="http://schemas.openxmlformats.org/officeDocument/2006/relationships/slide" Target="/ppt/slides/slide3.xml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slide" Target="/ppt/slides/slide3.xml"/><Relationship Id="rId21" Type="http://schemas.openxmlformats.org/officeDocument/2006/relationships/slide" Target="/ppt/slides/slide3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slide" Target="/ppt/slides/slide6.xml"/><Relationship Id="rId4" Type="http://schemas.openxmlformats.org/officeDocument/2006/relationships/slide" Target="/ppt/slides/slide6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6.xml"/><Relationship Id="rId10" Type="http://schemas.openxmlformats.org/officeDocument/2006/relationships/slide" Target="/ppt/slides/slide6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Relationship Id="rId17" Type="http://schemas.openxmlformats.org/officeDocument/2006/relationships/slide" Target="/ppt/slides/slide6.xml"/><Relationship Id="rId16" Type="http://schemas.openxmlformats.org/officeDocument/2006/relationships/slide" Target="/ppt/slides/slide6.xml"/><Relationship Id="rId19" Type="http://schemas.openxmlformats.org/officeDocument/2006/relationships/slide" Target="/ppt/slides/slide3.xml"/><Relationship Id="rId18" Type="http://schemas.openxmlformats.org/officeDocument/2006/relationships/slide" Target="/ppt/slides/slide3.xml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slide" Target="/ppt/slides/slide3.xml"/><Relationship Id="rId21" Type="http://schemas.openxmlformats.org/officeDocument/2006/relationships/slide" Target="/ppt/slides/slide3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slide" Target="/ppt/slides/slide7.xml"/><Relationship Id="rId4" Type="http://schemas.openxmlformats.org/officeDocument/2006/relationships/slide" Target="/ppt/slides/slide7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7.xml"/><Relationship Id="rId10" Type="http://schemas.openxmlformats.org/officeDocument/2006/relationships/slide" Target="/ppt/slides/slide7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Relationship Id="rId17" Type="http://schemas.openxmlformats.org/officeDocument/2006/relationships/slide" Target="/ppt/slides/slide7.xml"/><Relationship Id="rId16" Type="http://schemas.openxmlformats.org/officeDocument/2006/relationships/slide" Target="/ppt/slides/slide7.xml"/><Relationship Id="rId19" Type="http://schemas.openxmlformats.org/officeDocument/2006/relationships/slide" Target="/ppt/slides/slide3.xml"/><Relationship Id="rId18" Type="http://schemas.openxmlformats.org/officeDocument/2006/relationships/slide" Target="/ppt/slides/slide3.xml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slide" Target="/ppt/slides/slide3.xml"/><Relationship Id="rId21" Type="http://schemas.openxmlformats.org/officeDocument/2006/relationships/slide" Target="/ppt/slides/slide3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8.xml"/><Relationship Id="rId4" Type="http://schemas.openxmlformats.org/officeDocument/2006/relationships/slide" Target="/ppt/slides/slide8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8.xml"/><Relationship Id="rId10" Type="http://schemas.openxmlformats.org/officeDocument/2006/relationships/slide" Target="/ppt/slides/slide8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Relationship Id="rId17" Type="http://schemas.openxmlformats.org/officeDocument/2006/relationships/slide" Target="/ppt/slides/slide8.xml"/><Relationship Id="rId16" Type="http://schemas.openxmlformats.org/officeDocument/2006/relationships/slide" Target="/ppt/slides/slide8.xml"/><Relationship Id="rId19" Type="http://schemas.openxmlformats.org/officeDocument/2006/relationships/slide" Target="/ppt/slides/slide3.xml"/><Relationship Id="rId18" Type="http://schemas.openxmlformats.org/officeDocument/2006/relationships/slide" Target="/ppt/slides/slide3.xml"/></Relationships>
</file>

<file path=ppt/slides/_rels/slide9.xml.rels><?xml version="1.0" encoding="UTF-8" standalone="yes"?><Relationships xmlns="http://schemas.openxmlformats.org/package/2006/relationships"><Relationship Id="rId20" Type="http://schemas.openxmlformats.org/officeDocument/2006/relationships/slide" Target="/ppt/slides/slide3.xml"/><Relationship Id="rId21" Type="http://schemas.openxmlformats.org/officeDocument/2006/relationships/slide" Target="/ppt/slides/slide3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9.xml"/><Relationship Id="rId4" Type="http://schemas.openxmlformats.org/officeDocument/2006/relationships/slide" Target="/ppt/slides/slide9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9.xml"/><Relationship Id="rId10" Type="http://schemas.openxmlformats.org/officeDocument/2006/relationships/slide" Target="/ppt/slides/slide9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Relationship Id="rId17" Type="http://schemas.openxmlformats.org/officeDocument/2006/relationships/slide" Target="/ppt/slides/slide9.xml"/><Relationship Id="rId16" Type="http://schemas.openxmlformats.org/officeDocument/2006/relationships/slide" Target="/ppt/slides/slide9.xml"/><Relationship Id="rId19" Type="http://schemas.openxmlformats.org/officeDocument/2006/relationships/slide" Target="/ppt/slides/slide3.xml"/><Relationship Id="rId18" Type="http://schemas.openxmlformats.org/officeDocument/2006/relationships/slide" Target="/ppt/slides/slide3.xml"/></Relationships>
</file>

<file path=ppt/slides/_rels/slide10.xml.rels><?xml version="1.0" encoding="UTF-8" standalone="yes"?><Relationships xmlns="http://schemas.openxmlformats.org/package/2006/relationships"><Relationship Id="rId20" Type="http://schemas.openxmlformats.org/officeDocument/2006/relationships/slide" Target="/ppt/slides/slide3.xml"/><Relationship Id="rId22" Type="http://schemas.openxmlformats.org/officeDocument/2006/relationships/slide" Target="/ppt/slides/slide3.xml"/><Relationship Id="rId21" Type="http://schemas.openxmlformats.org/officeDocument/2006/relationships/slide" Target="/ppt/slides/slide3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slide" Target="/ppt/slides/slide10.xml"/><Relationship Id="rId9" Type="http://schemas.openxmlformats.org/officeDocument/2006/relationships/slide" Target="/ppt/slides/slide3.xml"/><Relationship Id="rId5" Type="http://schemas.openxmlformats.org/officeDocument/2006/relationships/slide" Target="/ppt/slides/slide10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10.xml"/><Relationship Id="rId10" Type="http://schemas.openxmlformats.org/officeDocument/2006/relationships/image" Target="../media/image4.png"/><Relationship Id="rId13" Type="http://schemas.openxmlformats.org/officeDocument/2006/relationships/slide" Target="/ppt/slides/slide3.xml"/><Relationship Id="rId12" Type="http://schemas.openxmlformats.org/officeDocument/2006/relationships/slide" Target="/ppt/slides/slide10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Relationship Id="rId17" Type="http://schemas.openxmlformats.org/officeDocument/2006/relationships/slide" Target="/ppt/slides/slide10.xml"/><Relationship Id="rId16" Type="http://schemas.openxmlformats.org/officeDocument/2006/relationships/slide" Target="/ppt/slides/slide3.xml"/><Relationship Id="rId19" Type="http://schemas.openxmlformats.org/officeDocument/2006/relationships/slide" Target="/ppt/slides/slide3.xml"/><Relationship Id="rId18" Type="http://schemas.openxmlformats.org/officeDocument/2006/relationships/slide" Target="/ppt/slides/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slide" Target="/ppt/slides/slide11.xml"/><Relationship Id="rId9" Type="http://schemas.openxmlformats.org/officeDocument/2006/relationships/slide" Target="/ppt/slides/slide3.xml"/><Relationship Id="rId5" Type="http://schemas.openxmlformats.org/officeDocument/2006/relationships/slide" Target="/ppt/slides/slide11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11.xml"/><Relationship Id="rId10" Type="http://schemas.openxmlformats.org/officeDocument/2006/relationships/image" Target="../media/image4.png"/><Relationship Id="rId13" Type="http://schemas.openxmlformats.org/officeDocument/2006/relationships/slide" Target="/ppt/slides/slide3.xml"/><Relationship Id="rId12" Type="http://schemas.openxmlformats.org/officeDocument/2006/relationships/slide" Target="/ppt/slides/slide11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Relationship Id="rId16" Type="http://schemas.openxmlformats.org/officeDocument/2006/relationships/slide" Target="/ppt/slides/slide3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slide" Target="/ppt/slides/slide12.xml"/><Relationship Id="rId9" Type="http://schemas.openxmlformats.org/officeDocument/2006/relationships/slide" Target="/ppt/slides/slide3.xml"/><Relationship Id="rId5" Type="http://schemas.openxmlformats.org/officeDocument/2006/relationships/slide" Target="/ppt/slides/slide12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12.xml"/><Relationship Id="rId10" Type="http://schemas.openxmlformats.org/officeDocument/2006/relationships/image" Target="../media/image4.png"/><Relationship Id="rId13" Type="http://schemas.openxmlformats.org/officeDocument/2006/relationships/slide" Target="/ppt/slides/slide3.xml"/><Relationship Id="rId12" Type="http://schemas.openxmlformats.org/officeDocument/2006/relationships/slide" Target="/ppt/slides/slide12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Relationship Id="rId16" Type="http://schemas.openxmlformats.org/officeDocument/2006/relationships/slide" Target="/ppt/slides/slide3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slide" Target="/ppt/slides/slide13.xml"/><Relationship Id="rId4" Type="http://schemas.openxmlformats.org/officeDocument/2006/relationships/slide" Target="/ppt/slides/slide13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13.xml"/><Relationship Id="rId10" Type="http://schemas.openxmlformats.org/officeDocument/2006/relationships/slide" Target="/ppt/slides/slide13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slide" Target="/ppt/slides/slide14.xml"/><Relationship Id="rId4" Type="http://schemas.openxmlformats.org/officeDocument/2006/relationships/slide" Target="/ppt/slides/slide14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14.xml"/><Relationship Id="rId10" Type="http://schemas.openxmlformats.org/officeDocument/2006/relationships/slide" Target="/ppt/slides/slide14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slide" Target="/ppt/slides/slide15.xml"/><Relationship Id="rId9" Type="http://schemas.openxmlformats.org/officeDocument/2006/relationships/slide" Target="/ppt/slides/slide3.xml"/><Relationship Id="rId5" Type="http://schemas.openxmlformats.org/officeDocument/2006/relationships/slide" Target="/ppt/slides/slide15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15.xml"/><Relationship Id="rId10" Type="http://schemas.openxmlformats.org/officeDocument/2006/relationships/image" Target="../media/image4.png"/><Relationship Id="rId13" Type="http://schemas.openxmlformats.org/officeDocument/2006/relationships/slide" Target="/ppt/slides/slide3.xml"/><Relationship Id="rId12" Type="http://schemas.openxmlformats.org/officeDocument/2006/relationships/slide" Target="/ppt/slides/slide15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Relationship Id="rId17" Type="http://schemas.openxmlformats.org/officeDocument/2006/relationships/image" Target="../media/image8.png"/><Relationship Id="rId16" Type="http://schemas.openxmlformats.org/officeDocument/2006/relationships/slide" Target="/ppt/slides/slide3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slide" Target="/ppt/slides/slide16.xml"/><Relationship Id="rId4" Type="http://schemas.openxmlformats.org/officeDocument/2006/relationships/slide" Target="/ppt/slides/slide16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16.xml"/><Relationship Id="rId10" Type="http://schemas.openxmlformats.org/officeDocument/2006/relationships/slide" Target="/ppt/slides/slide16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slide" Target="/ppt/slides/slide18.xml"/><Relationship Id="rId4" Type="http://schemas.openxmlformats.org/officeDocument/2006/relationships/slide" Target="/ppt/slides/slide18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18.xml"/><Relationship Id="rId10" Type="http://schemas.openxmlformats.org/officeDocument/2006/relationships/slide" Target="/ppt/slides/slide18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slide" Target="/ppt/slides/slide19.xml"/><Relationship Id="rId4" Type="http://schemas.openxmlformats.org/officeDocument/2006/relationships/slide" Target="/ppt/slides/slide19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19.xml"/><Relationship Id="rId10" Type="http://schemas.openxmlformats.org/officeDocument/2006/relationships/slide" Target="/ppt/slides/slide19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slide" Target="/ppt/slides/slide20.xml"/><Relationship Id="rId4" Type="http://schemas.openxmlformats.org/officeDocument/2006/relationships/slide" Target="/ppt/slides/slide20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20.xml"/><Relationship Id="rId10" Type="http://schemas.openxmlformats.org/officeDocument/2006/relationships/slide" Target="/ppt/slides/slide20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slide" Target="/ppt/slides/slide21.xml"/><Relationship Id="rId4" Type="http://schemas.openxmlformats.org/officeDocument/2006/relationships/slide" Target="/ppt/slides/slide21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21.xml"/><Relationship Id="rId10" Type="http://schemas.openxmlformats.org/officeDocument/2006/relationships/slide" Target="/ppt/slides/slide21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slide" Target="/ppt/slides/slide22.xml"/><Relationship Id="rId4" Type="http://schemas.openxmlformats.org/officeDocument/2006/relationships/slide" Target="/ppt/slides/slide22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22.xml"/><Relationship Id="rId10" Type="http://schemas.openxmlformats.org/officeDocument/2006/relationships/slide" Target="/ppt/slides/slide22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slide" Target="/ppt/slides/slide23.xml"/><Relationship Id="rId4" Type="http://schemas.openxmlformats.org/officeDocument/2006/relationships/slide" Target="/ppt/slides/slide23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23.xml"/><Relationship Id="rId10" Type="http://schemas.openxmlformats.org/officeDocument/2006/relationships/slide" Target="/ppt/slides/slide23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slide" Target="/ppt/slides/slide24.xml"/><Relationship Id="rId4" Type="http://schemas.openxmlformats.org/officeDocument/2006/relationships/slide" Target="/ppt/slides/slide24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24.xml"/><Relationship Id="rId10" Type="http://schemas.openxmlformats.org/officeDocument/2006/relationships/slide" Target="/ppt/slides/slide24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Relationship Id="rId17" Type="http://schemas.openxmlformats.org/officeDocument/2006/relationships/image" Target="../media/image24.png"/><Relationship Id="rId16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slide" Target="/ppt/slides/slide25.xml"/><Relationship Id="rId4" Type="http://schemas.openxmlformats.org/officeDocument/2006/relationships/slide" Target="/ppt/slides/slide25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25.xml"/><Relationship Id="rId10" Type="http://schemas.openxmlformats.org/officeDocument/2006/relationships/slide" Target="/ppt/slides/slide25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slide" Target="/ppt/slides/slide26.xml"/><Relationship Id="rId4" Type="http://schemas.openxmlformats.org/officeDocument/2006/relationships/slide" Target="/ppt/slides/slide26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26.xml"/><Relationship Id="rId10" Type="http://schemas.openxmlformats.org/officeDocument/2006/relationships/slide" Target="/ppt/slides/slide26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slide" Target="/ppt/slides/slide27.xml"/><Relationship Id="rId4" Type="http://schemas.openxmlformats.org/officeDocument/2006/relationships/slide" Target="/ppt/slides/slide27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27.xml"/><Relationship Id="rId10" Type="http://schemas.openxmlformats.org/officeDocument/2006/relationships/slide" Target="/ppt/slides/slide27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Relationship Id="rId17" Type="http://schemas.openxmlformats.org/officeDocument/2006/relationships/image" Target="../media/image13.png"/><Relationship Id="rId16" Type="http://schemas.openxmlformats.org/officeDocument/2006/relationships/image" Target="../media/image11.png"/><Relationship Id="rId18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slide" Target="/ppt/slides/slide28.xml"/><Relationship Id="rId4" Type="http://schemas.openxmlformats.org/officeDocument/2006/relationships/slide" Target="/ppt/slides/slide28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28.xml"/><Relationship Id="rId10" Type="http://schemas.openxmlformats.org/officeDocument/2006/relationships/slide" Target="/ppt/slides/slide28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slide" Target="/ppt/slides/slide29.xml"/><Relationship Id="rId4" Type="http://schemas.openxmlformats.org/officeDocument/2006/relationships/slide" Target="/ppt/slides/slide29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29.xml"/><Relationship Id="rId10" Type="http://schemas.openxmlformats.org/officeDocument/2006/relationships/slide" Target="/ppt/slides/slide29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slide" Target="/ppt/slides/slide30.xml"/><Relationship Id="rId4" Type="http://schemas.openxmlformats.org/officeDocument/2006/relationships/slide" Target="/ppt/slides/slide30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30.xml"/><Relationship Id="rId10" Type="http://schemas.openxmlformats.org/officeDocument/2006/relationships/slide" Target="/ppt/slides/slide30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Relationship Id="rId17" Type="http://schemas.openxmlformats.org/officeDocument/2006/relationships/image" Target="../media/image15.png"/><Relationship Id="rId16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slide" Target="/ppt/slides/slide31.xml"/><Relationship Id="rId4" Type="http://schemas.openxmlformats.org/officeDocument/2006/relationships/slide" Target="/ppt/slides/slide31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31.xml"/><Relationship Id="rId10" Type="http://schemas.openxmlformats.org/officeDocument/2006/relationships/slide" Target="/ppt/slides/slide31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slide" Target="/ppt/slides/slide32.xml"/><Relationship Id="rId4" Type="http://schemas.openxmlformats.org/officeDocument/2006/relationships/slide" Target="/ppt/slides/slide32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32.xml"/><Relationship Id="rId10" Type="http://schemas.openxmlformats.org/officeDocument/2006/relationships/slide" Target="/ppt/slides/slide32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slide" Target="/ppt/slides/slide33.xml"/><Relationship Id="rId4" Type="http://schemas.openxmlformats.org/officeDocument/2006/relationships/slide" Target="/ppt/slides/slide33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33.xml"/><Relationship Id="rId10" Type="http://schemas.openxmlformats.org/officeDocument/2006/relationships/slide" Target="/ppt/slides/slide33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Relationship Id="rId17" Type="http://schemas.openxmlformats.org/officeDocument/2006/relationships/image" Target="../media/image19.png"/><Relationship Id="rId16" Type="http://schemas.openxmlformats.org/officeDocument/2006/relationships/image" Target="../media/image1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slide" Target="/ppt/slides/slide34.xml"/><Relationship Id="rId4" Type="http://schemas.openxmlformats.org/officeDocument/2006/relationships/slide" Target="/ppt/slides/slide34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34.xml"/><Relationship Id="rId10" Type="http://schemas.openxmlformats.org/officeDocument/2006/relationships/slide" Target="/ppt/slides/slide34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slide" Target="/ppt/slides/slide35.xml"/><Relationship Id="rId4" Type="http://schemas.openxmlformats.org/officeDocument/2006/relationships/slide" Target="/ppt/slides/slide35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35.xml"/><Relationship Id="rId10" Type="http://schemas.openxmlformats.org/officeDocument/2006/relationships/slide" Target="/ppt/slides/slide35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slide" Target="/ppt/slides/slide36.xml"/><Relationship Id="rId4" Type="http://schemas.openxmlformats.org/officeDocument/2006/relationships/slide" Target="/ppt/slides/slide36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slide" Target="/ppt/slides/slide36.xml"/><Relationship Id="rId10" Type="http://schemas.openxmlformats.org/officeDocument/2006/relationships/slide" Target="/ppt/slides/slide36.xml"/><Relationship Id="rId13" Type="http://schemas.openxmlformats.org/officeDocument/2006/relationships/slide" Target="/ppt/slides/slide3.xml"/><Relationship Id="rId12" Type="http://schemas.openxmlformats.org/officeDocument/2006/relationships/slide" Target="/ppt/slides/slide3.xml"/><Relationship Id="rId15" Type="http://schemas.openxmlformats.org/officeDocument/2006/relationships/slide" Target="/ppt/slides/slide3.xml"/><Relationship Id="rId14" Type="http://schemas.openxmlformats.org/officeDocument/2006/relationships/slide" Target="/ppt/slides/slide3.xml"/></Relationships>
</file>

<file path=ppt/slides/_rels/slide37.xml.rels><?xml version="1.0" encoding="UTF-8" standalone="yes"?><Relationships xmlns="http://schemas.openxmlformats.org/package/2006/relationships"><Relationship Id="rId20" Type="http://schemas.openxmlformats.org/officeDocument/2006/relationships/hyperlink" Target="https://doi.org/10.1080/15332748.2018.1505386" TargetMode="External"/><Relationship Id="rId22" Type="http://schemas.openxmlformats.org/officeDocument/2006/relationships/hyperlink" Target="https://www-sciencedirect-com.turing.library.northwestern.edu/science/article/pii/S0167923621000452" TargetMode="External"/><Relationship Id="rId21" Type="http://schemas.openxmlformats.org/officeDocument/2006/relationships/hyperlink" Target="https://www-sciencedirect-com.turing.library.northwestern.edu/science/article/pii/S0167923621000452" TargetMode="External"/><Relationship Id="rId24" Type="http://schemas.openxmlformats.org/officeDocument/2006/relationships/hyperlink" Target="https://doi.org/10.1525/jpms.2018.300411" TargetMode="External"/><Relationship Id="rId23" Type="http://schemas.openxmlformats.org/officeDocument/2006/relationships/hyperlink" Target="https://doi.org/10.1525/jpms.2018.300411" TargetMode="Externa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slide" Target="/ppt/slides/slide37.xml"/><Relationship Id="rId4" Type="http://schemas.openxmlformats.org/officeDocument/2006/relationships/slide" Target="/ppt/slides/slide37.xml"/><Relationship Id="rId9" Type="http://schemas.openxmlformats.org/officeDocument/2006/relationships/image" Target="../media/image4.png"/><Relationship Id="rId5" Type="http://schemas.openxmlformats.org/officeDocument/2006/relationships/slide" Target="/ppt/slides/slide3.xml"/><Relationship Id="rId6" Type="http://schemas.openxmlformats.org/officeDocument/2006/relationships/slide" Target="/ppt/slides/slide3.xml"/><Relationship Id="rId7" Type="http://schemas.openxmlformats.org/officeDocument/2006/relationships/slide" Target="/ppt/slides/slide3.xml"/><Relationship Id="rId8" Type="http://schemas.openxmlformats.org/officeDocument/2006/relationships/slide" Target="/ppt/slides/slide3.xml"/><Relationship Id="rId11" Type="http://schemas.openxmlformats.org/officeDocument/2006/relationships/hyperlink" Target="https://slidechef.net/templates/free-spotify-template/" TargetMode="External"/><Relationship Id="rId10" Type="http://schemas.openxmlformats.org/officeDocument/2006/relationships/hyperlink" Target="https://slidechef.net/templates/free-spotify-template/" TargetMode="External"/><Relationship Id="rId13" Type="http://schemas.openxmlformats.org/officeDocument/2006/relationships/hyperlink" Target="https://doi.org/10.48550/arXiv.2407.14364" TargetMode="External"/><Relationship Id="rId12" Type="http://schemas.openxmlformats.org/officeDocument/2006/relationships/hyperlink" Target="https://www.kaggle.com/dsv/4372070" TargetMode="External"/><Relationship Id="rId15" Type="http://schemas.openxmlformats.org/officeDocument/2006/relationships/hyperlink" Target="https://link.springer.com/article/10.1007/s13735-024-00344-6" TargetMode="External"/><Relationship Id="rId14" Type="http://schemas.openxmlformats.org/officeDocument/2006/relationships/hyperlink" Target="https://doi.org/10.48550/arXiv.2407.14364" TargetMode="External"/><Relationship Id="rId17" Type="http://schemas.openxmlformats.org/officeDocument/2006/relationships/hyperlink" Target="https://doi.org/10.1287/mksc.2017.1051" TargetMode="External"/><Relationship Id="rId16" Type="http://schemas.openxmlformats.org/officeDocument/2006/relationships/hyperlink" Target="https://link.springer.com/article/10.1007/s13735-024-00344-6" TargetMode="External"/><Relationship Id="rId19" Type="http://schemas.openxmlformats.org/officeDocument/2006/relationships/hyperlink" Target="https://doi.org/10.1080/15332748.2018.1505386" TargetMode="External"/><Relationship Id="rId18" Type="http://schemas.openxmlformats.org/officeDocument/2006/relationships/hyperlink" Target="https://doi.org/10.1287/mksc.2017.1051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3.png"/><Relationship Id="rId4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791625"/>
            <a:ext cx="1143000" cy="113813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2"/>
          <p:cNvSpPr txBox="1"/>
          <p:nvPr/>
        </p:nvSpPr>
        <p:spPr>
          <a:xfrm>
            <a:off x="5795438" y="1760528"/>
            <a:ext cx="2230418" cy="7617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4500" u="none" cap="none" strike="noStrike">
                <a:solidFill>
                  <a:srgbClr val="1ED76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Spotify</a:t>
            </a:r>
            <a:endParaRPr sz="1100"/>
          </a:p>
        </p:txBody>
      </p:sp>
      <p:sp>
        <p:nvSpPr>
          <p:cNvPr id="154" name="Google Shape;154;p32"/>
          <p:cNvSpPr txBox="1"/>
          <p:nvPr/>
        </p:nvSpPr>
        <p:spPr>
          <a:xfrm>
            <a:off x="5667113" y="2384075"/>
            <a:ext cx="27786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Predicting Popularity Using Data</a:t>
            </a:r>
            <a:endParaRPr sz="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person in a red shirt&#10;&#10;Description automatically generated with medium confidence" id="155" name="Google Shape;155;p32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18" l="0" r="0" t="18"/>
          <a:stretch/>
        </p:blipFill>
        <p:spPr>
          <a:xfrm>
            <a:off x="647700" y="504825"/>
            <a:ext cx="3371850" cy="515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2"/>
          <p:cNvSpPr txBox="1"/>
          <p:nvPr/>
        </p:nvSpPr>
        <p:spPr>
          <a:xfrm>
            <a:off x="5481601" y="4193700"/>
            <a:ext cx="3662400" cy="9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Quin Yuter, Howie Huang, Pablo Gonzalez, Zach Ruud</a:t>
            </a:r>
            <a:endParaRPr sz="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33" title="MSDS 422 Final Presentation Spotify Recording_default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57830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C2C2C"/>
            </a:gs>
            <a:gs pos="55000">
              <a:schemeClr val="dk1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34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67" name="Google Shape;167;p34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4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4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p34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171" name="Google Shape;171;p34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172" name="Google Shape;172;p34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34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174" name="Google Shape;174;p34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175" name="Google Shape;175;p34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34"/>
          <p:cNvSpPr txBox="1"/>
          <p:nvPr/>
        </p:nvSpPr>
        <p:spPr>
          <a:xfrm>
            <a:off x="2373027" y="1423847"/>
            <a:ext cx="2470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rgbClr val="1ED760"/>
                </a:solidFill>
                <a:latin typeface="Poppins"/>
                <a:ea typeface="Poppins"/>
                <a:cs typeface="Poppins"/>
                <a:sym typeface="Poppins"/>
              </a:rPr>
              <a:t>Our Team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p34"/>
          <p:cNvSpPr/>
          <p:nvPr/>
        </p:nvSpPr>
        <p:spPr>
          <a:xfrm>
            <a:off x="2465785" y="2107421"/>
            <a:ext cx="1428900" cy="2364600"/>
          </a:xfrm>
          <a:prstGeom prst="roundRect">
            <a:avLst>
              <a:gd fmla="val 6568" name="adj"/>
            </a:avLst>
          </a:prstGeom>
          <a:solidFill>
            <a:srgbClr val="171717"/>
          </a:solidFill>
          <a:ln>
            <a:noFill/>
          </a:ln>
          <a:effectLst>
            <a:outerShdw blurRad="127000" rotWithShape="0" algn="tl" dir="2700000" dist="381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4"/>
          <p:cNvSpPr txBox="1"/>
          <p:nvPr/>
        </p:nvSpPr>
        <p:spPr>
          <a:xfrm>
            <a:off x="2782750" y="3824400"/>
            <a:ext cx="803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Quin Yuter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34"/>
          <p:cNvSpPr/>
          <p:nvPr/>
        </p:nvSpPr>
        <p:spPr>
          <a:xfrm>
            <a:off x="4112305" y="2107421"/>
            <a:ext cx="1428900" cy="2364600"/>
          </a:xfrm>
          <a:prstGeom prst="roundRect">
            <a:avLst>
              <a:gd fmla="val 6568" name="adj"/>
            </a:avLst>
          </a:prstGeom>
          <a:solidFill>
            <a:srgbClr val="171717"/>
          </a:solidFill>
          <a:ln>
            <a:noFill/>
          </a:ln>
          <a:effectLst>
            <a:outerShdw blurRad="127000" rotWithShape="0" algn="tl" dir="2700000" dist="381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4"/>
          <p:cNvSpPr/>
          <p:nvPr/>
        </p:nvSpPr>
        <p:spPr>
          <a:xfrm>
            <a:off x="4255177" y="2326710"/>
            <a:ext cx="1143000" cy="1143000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4"/>
          <p:cNvSpPr txBox="1"/>
          <p:nvPr/>
        </p:nvSpPr>
        <p:spPr>
          <a:xfrm>
            <a:off x="4460763" y="3824400"/>
            <a:ext cx="803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Zach Ruud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5830262" y="2107421"/>
            <a:ext cx="1428900" cy="2364600"/>
          </a:xfrm>
          <a:prstGeom prst="roundRect">
            <a:avLst>
              <a:gd fmla="val 6568" name="adj"/>
            </a:avLst>
          </a:prstGeom>
          <a:solidFill>
            <a:srgbClr val="171717"/>
          </a:solidFill>
          <a:ln>
            <a:noFill/>
          </a:ln>
          <a:effectLst>
            <a:outerShdw blurRad="127000" rotWithShape="0" algn="tl" dir="2700000" dist="381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4"/>
          <p:cNvSpPr txBox="1"/>
          <p:nvPr/>
        </p:nvSpPr>
        <p:spPr>
          <a:xfrm>
            <a:off x="6033350" y="3824400"/>
            <a:ext cx="1022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Pablo Gonzalez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34"/>
          <p:cNvSpPr/>
          <p:nvPr/>
        </p:nvSpPr>
        <p:spPr>
          <a:xfrm>
            <a:off x="7405344" y="2107421"/>
            <a:ext cx="1428900" cy="2364600"/>
          </a:xfrm>
          <a:prstGeom prst="roundRect">
            <a:avLst>
              <a:gd fmla="val 6568" name="adj"/>
            </a:avLst>
          </a:prstGeom>
          <a:solidFill>
            <a:srgbClr val="171717"/>
          </a:solidFill>
          <a:ln>
            <a:noFill/>
          </a:ln>
          <a:effectLst>
            <a:outerShdw blurRad="127000" rotWithShape="0" algn="tl" dir="2700000" dist="381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4"/>
          <p:cNvSpPr/>
          <p:nvPr/>
        </p:nvSpPr>
        <p:spPr>
          <a:xfrm>
            <a:off x="7548216" y="2326710"/>
            <a:ext cx="1143000" cy="1143000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4"/>
          <p:cNvSpPr txBox="1"/>
          <p:nvPr/>
        </p:nvSpPr>
        <p:spPr>
          <a:xfrm>
            <a:off x="7642246" y="3824397"/>
            <a:ext cx="970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Howie Huang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7" name="Google Shape;187;p34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188" name="Google Shape;188;p34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34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190" name="Google Shape;190;p34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4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192" name="Google Shape;192;p34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4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4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34"/>
          <p:cNvPicPr preferRelativeResize="0"/>
          <p:nvPr/>
        </p:nvPicPr>
        <p:blipFill rotWithShape="1">
          <a:blip r:embed="rId3">
            <a:alphaModFix/>
          </a:blip>
          <a:srcRect b="3157" l="3505" r="3496" t="3157"/>
          <a:stretch/>
        </p:blipFill>
        <p:spPr>
          <a:xfrm>
            <a:off x="2619850" y="2326700"/>
            <a:ext cx="1129200" cy="1143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6" name="Google Shape;196;p34"/>
          <p:cNvPicPr preferRelativeResize="0"/>
          <p:nvPr/>
        </p:nvPicPr>
        <p:blipFill rotWithShape="1">
          <a:blip r:embed="rId4">
            <a:alphaModFix/>
          </a:blip>
          <a:srcRect b="21556" l="0" r="0" t="0"/>
          <a:stretch/>
        </p:blipFill>
        <p:spPr>
          <a:xfrm>
            <a:off x="5992738" y="2291000"/>
            <a:ext cx="1129200" cy="1214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7" name="Google Shape;197;p34"/>
          <p:cNvPicPr preferRelativeResize="0"/>
          <p:nvPr/>
        </p:nvPicPr>
        <p:blipFill rotWithShape="1">
          <a:blip r:embed="rId5">
            <a:alphaModFix/>
          </a:blip>
          <a:srcRect b="43234" l="13646" r="13646" t="9535"/>
          <a:stretch/>
        </p:blipFill>
        <p:spPr>
          <a:xfrm flipH="1">
            <a:off x="4229025" y="2326700"/>
            <a:ext cx="1203900" cy="1143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98" name="Google Shape;198;p34"/>
          <p:cNvSpPr/>
          <p:nvPr/>
        </p:nvSpPr>
        <p:spPr>
          <a:xfrm>
            <a:off x="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9" name="Google Shape;199;p34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00" name="Google Shape;200;p34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34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34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34">
            <a:hlinkClick action="ppaction://hlinksldjump" r:id="rId6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1100"/>
          </a:p>
        </p:txBody>
      </p:sp>
      <p:sp>
        <p:nvSpPr>
          <p:cNvPr id="204" name="Google Shape;204;p34">
            <a:hlinkClick action="ppaction://hlinksldjump" r:id="rId7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4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/>
          </a:p>
        </p:txBody>
      </p:sp>
      <p:sp>
        <p:nvSpPr>
          <p:cNvPr id="206" name="Google Shape;206;p34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4">
            <a:hlinkClick action="ppaction://hlinksldjump" r:id="rId8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208" name="Google Shape;208;p34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209" name="Google Shape;209;p34">
              <a:hlinkClick action="ppaction://hlinksldjump" r:id="rId9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34">
              <a:hlinkClick action="ppaction://hlinksldjump" r:id="rId10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34">
              <a:hlinkClick action="ppaction://hlinksldjump" r:id="rId11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34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213" name="Google Shape;213;p34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214" name="Google Shape;214;p34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215" name="Google Shape;215;p34">
              <a:hlinkClick/>
            </p:cNvPr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6" name="Google Shape;216;p34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217" name="Google Shape;217;p34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218" name="Google Shape;218;p34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9" name="Google Shape;219;p34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/>
          </a:p>
        </p:txBody>
      </p:sp>
      <p:cxnSp>
        <p:nvCxnSpPr>
          <p:cNvPr id="220" name="Google Shape;220;p34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1" name="Google Shape;221;p34">
            <a:hlinkClick/>
          </p:cNvPr>
          <p:cNvSpPr txBox="1"/>
          <p:nvPr/>
        </p:nvSpPr>
        <p:spPr>
          <a:xfrm>
            <a:off x="652003" y="2609425"/>
            <a:ext cx="1401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/>
          </a:p>
        </p:txBody>
      </p:sp>
      <p:sp>
        <p:nvSpPr>
          <p:cNvPr id="222" name="Google Shape;222;p34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4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/>
          </a:p>
        </p:txBody>
      </p:sp>
      <p:sp>
        <p:nvSpPr>
          <p:cNvPr id="224" name="Google Shape;224;p34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4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226" name="Google Shape;226;p34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227" name="Google Shape;227;p34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34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34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230" name="Google Shape;230;p34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231" name="Google Shape;231;p34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34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34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234" name="Google Shape;234;p34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5" name="Google Shape;235;p34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36" name="Google Shape;236;p34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34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" name="Google Shape;239;p34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0" name="Google Shape;240;p34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41" name="Google Shape;241;p34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p34">
            <a:hlinkClick action="ppaction://hlinksldjump" r:id="rId1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5" name="Google Shape;245;p34">
            <a:hlinkClick action="ppaction://hlinksldjump" r:id="rId1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4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47" name="Google Shape;247;p34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4">
            <a:hlinkClick action="ppaction://hlinksldjump" r:id="rId1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249" name="Google Shape;249;p34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250" name="Google Shape;250;p34">
              <a:hlinkClick action="ppaction://hlinksldjump" r:id="rId1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34">
              <a:hlinkClick action="ppaction://hlinksldjump" r:id="rId1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34">
              <a:hlinkClick action="ppaction://hlinksldjump" r:id="rId1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3" name="Google Shape;253;p34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254" name="Google Shape;254;p34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255" name="Google Shape;255;p34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256" name="Google Shape;256;p34">
              <a:hlinkClick/>
            </p:cNvPr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7" name="Google Shape;257;p34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258" name="Google Shape;258;p34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259" name="Google Shape;259;p34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34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261" name="Google Shape;261;p34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2" name="Google Shape;262;p34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63" name="Google Shape;263;p34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4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65" name="Google Shape;265;p34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4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/>
          </a:p>
        </p:txBody>
      </p:sp>
      <p:grpSp>
        <p:nvGrpSpPr>
          <p:cNvPr id="267" name="Google Shape;267;p34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268" name="Google Shape;268;p34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34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p34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71" name="Google Shape;271;p34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272" name="Google Shape;272;p34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34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4" name="Google Shape;274;p34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75" name="Google Shape;275;p34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p34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77" name="Google Shape;277;p34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34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34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0" name="Google Shape;280;p34"/>
          <p:cNvSpPr/>
          <p:nvPr/>
        </p:nvSpPr>
        <p:spPr>
          <a:xfrm>
            <a:off x="-7385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1" name="Google Shape;281;p34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82" name="Google Shape;282;p34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34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34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" name="Google Shape;285;p34">
            <a:hlinkClick action="ppaction://hlinksldjump" r:id="rId19"/>
          </p:cNvPr>
          <p:cNvSpPr txBox="1"/>
          <p:nvPr/>
        </p:nvSpPr>
        <p:spPr>
          <a:xfrm>
            <a:off x="652002" y="634325"/>
            <a:ext cx="898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1ED760"/>
                </a:solidFill>
                <a:latin typeface="Poppins"/>
                <a:ea typeface="Poppins"/>
                <a:cs typeface="Poppins"/>
                <a:sym typeface="Poppins"/>
              </a:rPr>
              <a:t>Our Goal</a:t>
            </a:r>
            <a:endParaRPr sz="1000">
              <a:solidFill>
                <a:srgbClr val="1ED7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6" name="Google Shape;286;p34">
            <a:hlinkClick action="ppaction://hlinksldjump" r:id="rId20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4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88" name="Google Shape;288;p34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4">
            <a:hlinkClick action="ppaction://hlinksldjump" r:id="rId21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90" name="Google Shape;290;p34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291" name="Google Shape;291;p34">
              <a:hlinkClick action="ppaction://hlinksldjump" r:id="rId22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34">
              <a:hlinkClick action="ppaction://hlinksldjump" r:id="rId23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34">
              <a:hlinkClick action="ppaction://hlinksldjump" r:id="rId24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4" name="Google Shape;294;p34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95" name="Google Shape;295;p34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296" name="Google Shape;296;p34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297" name="Google Shape;297;p34">
              <a:hlinkClick/>
            </p:cNvPr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8" name="Google Shape;298;p34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299" name="Google Shape;299;p34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300" name="Google Shape;300;p34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1" name="Google Shape;301;p34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302" name="Google Shape;302;p34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3" name="Google Shape;303;p34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04" name="Google Shape;304;p34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4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06" name="Google Shape;306;p34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4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08" name="Google Shape;308;p34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309" name="Google Shape;309;p34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34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1" name="Google Shape;311;p34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12" name="Google Shape;312;p34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313" name="Google Shape;313;p34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34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5" name="Google Shape;315;p34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16" name="Google Shape;316;p34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7" name="Google Shape;317;p34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7479200" y="2318875"/>
            <a:ext cx="1272900" cy="115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00" scaled="0"/>
        </a:gra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"/>
          <p:cNvSpPr/>
          <p:nvPr/>
        </p:nvSpPr>
        <p:spPr>
          <a:xfrm>
            <a:off x="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" name="Google Shape;323;p35"/>
          <p:cNvGrpSpPr/>
          <p:nvPr/>
        </p:nvGrpSpPr>
        <p:grpSpPr>
          <a:xfrm>
            <a:off x="300058" y="166255"/>
            <a:ext cx="271058" cy="52820"/>
            <a:chOff x="249382" y="221673"/>
            <a:chExt cx="234616" cy="45719"/>
          </a:xfrm>
        </p:grpSpPr>
        <p:sp>
          <p:nvSpPr>
            <p:cNvPr id="324" name="Google Shape;324;p35"/>
            <p:cNvSpPr/>
            <p:nvPr/>
          </p:nvSpPr>
          <p:spPr>
            <a:xfrm>
              <a:off x="249382" y="221673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35"/>
            <p:cNvSpPr/>
            <p:nvPr/>
          </p:nvSpPr>
          <p:spPr>
            <a:xfrm>
              <a:off x="344632" y="221673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35"/>
            <p:cNvSpPr/>
            <p:nvPr/>
          </p:nvSpPr>
          <p:spPr>
            <a:xfrm>
              <a:off x="438279" y="221673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35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328" name="Google Shape;328;p35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329" name="Google Shape;329;p35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" name="Google Shape;330;p35"/>
          <p:cNvGrpSpPr/>
          <p:nvPr/>
        </p:nvGrpSpPr>
        <p:grpSpPr>
          <a:xfrm flipH="1">
            <a:off x="2749457" y="219075"/>
            <a:ext cx="223460" cy="223460"/>
            <a:chOff x="8892506" y="664914"/>
            <a:chExt cx="209401" cy="209401"/>
          </a:xfrm>
        </p:grpSpPr>
        <p:sp>
          <p:nvSpPr>
            <p:cNvPr id="331" name="Google Shape;331;p35"/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332" name="Google Shape;332;p35"/>
            <p:cNvSpPr/>
            <p:nvPr/>
          </p:nvSpPr>
          <p:spPr>
            <a:xfrm>
              <a:off x="8960350" y="717942"/>
              <a:ext cx="59427" cy="103344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333;p35"/>
          <p:cNvGrpSpPr/>
          <p:nvPr/>
        </p:nvGrpSpPr>
        <p:grpSpPr>
          <a:xfrm>
            <a:off x="6828349" y="220591"/>
            <a:ext cx="758313" cy="223460"/>
            <a:chOff x="9104466" y="294121"/>
            <a:chExt cx="1011084" cy="297947"/>
          </a:xfrm>
        </p:grpSpPr>
        <p:sp>
          <p:nvSpPr>
            <p:cNvPr id="334" name="Google Shape;334;p35"/>
            <p:cNvSpPr/>
            <p:nvPr/>
          </p:nvSpPr>
          <p:spPr>
            <a:xfrm>
              <a:off x="9104466" y="294121"/>
              <a:ext cx="1011084" cy="297947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35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336" name="Google Shape;336;p35"/>
          <p:cNvSpPr/>
          <p:nvPr/>
        </p:nvSpPr>
        <p:spPr>
          <a:xfrm>
            <a:off x="7821330" y="220591"/>
            <a:ext cx="1022632" cy="22346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5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338" name="Google Shape;338;p35"/>
          <p:cNvSpPr/>
          <p:nvPr/>
        </p:nvSpPr>
        <p:spPr>
          <a:xfrm>
            <a:off x="7849446" y="241506"/>
            <a:ext cx="178595" cy="178595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5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5"/>
          <p:cNvSpPr/>
          <p:nvPr/>
        </p:nvSpPr>
        <p:spPr>
          <a:xfrm rot="3600000">
            <a:off x="8687381" y="291189"/>
            <a:ext cx="64907" cy="55954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5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1100"/>
          </a:p>
        </p:txBody>
      </p:sp>
      <p:sp>
        <p:nvSpPr>
          <p:cNvPr id="342" name="Google Shape;342;p35">
            <a:hlinkClick action="ppaction://hlinksldjump" r:id="rId4"/>
          </p:cNvPr>
          <p:cNvSpPr/>
          <p:nvPr/>
        </p:nvSpPr>
        <p:spPr>
          <a:xfrm>
            <a:off x="300059" y="628439"/>
            <a:ext cx="154053" cy="1530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5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/>
          </a:p>
        </p:txBody>
      </p:sp>
      <p:sp>
        <p:nvSpPr>
          <p:cNvPr id="344" name="Google Shape;344;p35">
            <a:hlinkClick/>
          </p:cNvPr>
          <p:cNvSpPr/>
          <p:nvPr/>
        </p:nvSpPr>
        <p:spPr>
          <a:xfrm>
            <a:off x="304109" y="971141"/>
            <a:ext cx="147840" cy="15308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5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346" name="Google Shape;346;p35"/>
          <p:cNvGrpSpPr/>
          <p:nvPr/>
        </p:nvGrpSpPr>
        <p:grpSpPr>
          <a:xfrm>
            <a:off x="323492" y="1323388"/>
            <a:ext cx="132971" cy="153587"/>
            <a:chOff x="431322" y="1764517"/>
            <a:chExt cx="177294" cy="204783"/>
          </a:xfrm>
        </p:grpSpPr>
        <p:sp>
          <p:nvSpPr>
            <p:cNvPr id="347" name="Google Shape;347;p35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5953" cy="203670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35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5953" cy="203670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35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017" cy="204783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0" name="Google Shape;350;p35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351" name="Google Shape;351;p35"/>
          <p:cNvGrpSpPr/>
          <p:nvPr/>
        </p:nvGrpSpPr>
        <p:grpSpPr>
          <a:xfrm>
            <a:off x="323491" y="1661080"/>
            <a:ext cx="152753" cy="152753"/>
            <a:chOff x="431322" y="2214773"/>
            <a:chExt cx="203670" cy="203670"/>
          </a:xfrm>
        </p:grpSpPr>
        <p:sp>
          <p:nvSpPr>
            <p:cNvPr id="352" name="Google Shape;352;p35">
              <a:hlinkClick/>
            </p:cNvPr>
            <p:cNvSpPr/>
            <p:nvPr/>
          </p:nvSpPr>
          <p:spPr>
            <a:xfrm>
              <a:off x="431322" y="2214773"/>
              <a:ext cx="203670" cy="20367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353" name="Google Shape;353;p35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4" name="Google Shape;354;p35"/>
          <p:cNvGrpSpPr/>
          <p:nvPr/>
        </p:nvGrpSpPr>
        <p:grpSpPr>
          <a:xfrm>
            <a:off x="323492" y="1995130"/>
            <a:ext cx="152752" cy="152752"/>
            <a:chOff x="431321" y="3254199"/>
            <a:chExt cx="265483" cy="265483"/>
          </a:xfrm>
        </p:grpSpPr>
        <p:sp>
          <p:nvSpPr>
            <p:cNvPr id="355" name="Google Shape;355;p35">
              <a:hlinkClick/>
            </p:cNvPr>
            <p:cNvSpPr/>
            <p:nvPr/>
          </p:nvSpPr>
          <p:spPr>
            <a:xfrm>
              <a:off x="431321" y="3254199"/>
              <a:ext cx="265483" cy="265483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356" name="Google Shape;356;p35">
              <a:hlinkClick/>
            </p:cNvPr>
            <p:cNvSpPr/>
            <p:nvPr/>
          </p:nvSpPr>
          <p:spPr>
            <a:xfrm>
              <a:off x="498181" y="3324518"/>
              <a:ext cx="131762" cy="124845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7" name="Google Shape;357;p35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/>
          </a:p>
        </p:txBody>
      </p:sp>
      <p:cxnSp>
        <p:nvCxnSpPr>
          <p:cNvPr id="358" name="Google Shape;358;p35"/>
          <p:cNvCxnSpPr/>
          <p:nvPr/>
        </p:nvCxnSpPr>
        <p:spPr>
          <a:xfrm>
            <a:off x="253142" y="2402327"/>
            <a:ext cx="1750219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9" name="Google Shape;359;p35">
            <a:hlinkClick/>
          </p:cNvPr>
          <p:cNvSpPr txBox="1"/>
          <p:nvPr/>
        </p:nvSpPr>
        <p:spPr>
          <a:xfrm>
            <a:off x="652003" y="2609425"/>
            <a:ext cx="1401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/>
          </a:p>
        </p:txBody>
      </p:sp>
      <p:sp>
        <p:nvSpPr>
          <p:cNvPr id="360" name="Google Shape;360;p35">
            <a:hlinkClick/>
          </p:cNvPr>
          <p:cNvSpPr/>
          <p:nvPr/>
        </p:nvSpPr>
        <p:spPr>
          <a:xfrm>
            <a:off x="352879" y="2609435"/>
            <a:ext cx="116064" cy="153590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5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/>
          </a:p>
        </p:txBody>
      </p:sp>
      <p:sp>
        <p:nvSpPr>
          <p:cNvPr id="362" name="Google Shape;362;p35">
            <a:hlinkClick/>
          </p:cNvPr>
          <p:cNvSpPr/>
          <p:nvPr/>
        </p:nvSpPr>
        <p:spPr>
          <a:xfrm>
            <a:off x="343018" y="2968523"/>
            <a:ext cx="131194" cy="154369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5">
            <a:hlinkClick/>
          </p:cNvPr>
          <p:cNvSpPr txBox="1"/>
          <p:nvPr/>
        </p:nvSpPr>
        <p:spPr>
          <a:xfrm>
            <a:off x="651992" y="3288586"/>
            <a:ext cx="548468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364" name="Google Shape;364;p35"/>
          <p:cNvGrpSpPr/>
          <p:nvPr/>
        </p:nvGrpSpPr>
        <p:grpSpPr>
          <a:xfrm>
            <a:off x="331289" y="3288586"/>
            <a:ext cx="152753" cy="152753"/>
            <a:chOff x="5762625" y="3095625"/>
            <a:chExt cx="665130" cy="665130"/>
          </a:xfrm>
        </p:grpSpPr>
        <p:sp>
          <p:nvSpPr>
            <p:cNvPr id="365" name="Google Shape;365;p35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35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7" name="Google Shape;367;p35">
            <a:hlinkClick/>
          </p:cNvPr>
          <p:cNvSpPr txBox="1"/>
          <p:nvPr/>
        </p:nvSpPr>
        <p:spPr>
          <a:xfrm>
            <a:off x="651992" y="3628161"/>
            <a:ext cx="534041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368" name="Google Shape;368;p35"/>
          <p:cNvGrpSpPr/>
          <p:nvPr/>
        </p:nvGrpSpPr>
        <p:grpSpPr>
          <a:xfrm>
            <a:off x="323491" y="3647789"/>
            <a:ext cx="155748" cy="155800"/>
            <a:chOff x="6124575" y="3380359"/>
            <a:chExt cx="468618" cy="468774"/>
          </a:xfrm>
        </p:grpSpPr>
        <p:sp>
          <p:nvSpPr>
            <p:cNvPr id="369" name="Google Shape;369;p35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35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1" name="Google Shape;371;p35">
            <a:hlinkClick/>
          </p:cNvPr>
          <p:cNvSpPr txBox="1"/>
          <p:nvPr/>
        </p:nvSpPr>
        <p:spPr>
          <a:xfrm>
            <a:off x="651992" y="3967736"/>
            <a:ext cx="78050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372" name="Google Shape;372;p35">
            <a:hlinkClick/>
          </p:cNvPr>
          <p:cNvSpPr/>
          <p:nvPr/>
        </p:nvSpPr>
        <p:spPr>
          <a:xfrm>
            <a:off x="327197" y="3969701"/>
            <a:ext cx="148874" cy="148865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5"/>
          <p:cNvSpPr txBox="1"/>
          <p:nvPr/>
        </p:nvSpPr>
        <p:spPr>
          <a:xfrm>
            <a:off x="2412515" y="1430813"/>
            <a:ext cx="2159486" cy="5770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"/>
                <a:ea typeface="Poppins"/>
                <a:cs typeface="Poppins"/>
                <a:sym typeface="Poppins"/>
              </a:rPr>
              <a:t>Our Goal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4" name="Google Shape;374;p35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5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5"/>
          <p:cNvSpPr txBox="1"/>
          <p:nvPr/>
        </p:nvSpPr>
        <p:spPr>
          <a:xfrm>
            <a:off x="2412514" y="2118505"/>
            <a:ext cx="64314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Using data, we hope to predict if a song will be popular. Our target variable, “popularity”, is on a scale of 1-100, with 1 meaning a song is not popular and 100 meaning a song is as popular as it can be.</a:t>
            </a:r>
            <a:endParaRPr sz="12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77" name="Google Shape;377;p35"/>
          <p:cNvGrpSpPr/>
          <p:nvPr/>
        </p:nvGrpSpPr>
        <p:grpSpPr>
          <a:xfrm>
            <a:off x="2490738" y="3311783"/>
            <a:ext cx="1489765" cy="439005"/>
            <a:chOff x="3660298" y="4527635"/>
            <a:chExt cx="1986353" cy="585340"/>
          </a:xfrm>
        </p:grpSpPr>
        <p:sp>
          <p:nvSpPr>
            <p:cNvPr id="378" name="Google Shape;378;p35"/>
            <p:cNvSpPr/>
            <p:nvPr/>
          </p:nvSpPr>
          <p:spPr>
            <a:xfrm>
              <a:off x="3660298" y="4527635"/>
              <a:ext cx="1986353" cy="585340"/>
            </a:xfrm>
            <a:prstGeom prst="roundRect">
              <a:avLst>
                <a:gd fmla="val 50000" name="adj"/>
              </a:avLst>
            </a:prstGeom>
            <a:solidFill>
              <a:srgbClr val="1ED76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35"/>
            <p:cNvSpPr txBox="1"/>
            <p:nvPr/>
          </p:nvSpPr>
          <p:spPr>
            <a:xfrm>
              <a:off x="4160399" y="4599658"/>
              <a:ext cx="986100" cy="44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Play</a:t>
              </a:r>
              <a:endParaRPr sz="11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80" name="Google Shape;380;p35"/>
          <p:cNvGrpSpPr/>
          <p:nvPr/>
        </p:nvGrpSpPr>
        <p:grpSpPr>
          <a:xfrm>
            <a:off x="4282818" y="3311783"/>
            <a:ext cx="1489765" cy="439005"/>
            <a:chOff x="6096000" y="4527635"/>
            <a:chExt cx="1986353" cy="585340"/>
          </a:xfrm>
        </p:grpSpPr>
        <p:sp>
          <p:nvSpPr>
            <p:cNvPr id="381" name="Google Shape;381;p35"/>
            <p:cNvSpPr/>
            <p:nvPr/>
          </p:nvSpPr>
          <p:spPr>
            <a:xfrm>
              <a:off x="6096000" y="4527635"/>
              <a:ext cx="1986353" cy="58534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35"/>
            <p:cNvSpPr txBox="1"/>
            <p:nvPr/>
          </p:nvSpPr>
          <p:spPr>
            <a:xfrm>
              <a:off x="6461426" y="4607858"/>
              <a:ext cx="1255500" cy="44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Follow</a:t>
              </a:r>
              <a:endParaRPr sz="11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83" name="Google Shape;383;p35"/>
          <p:cNvGrpSpPr/>
          <p:nvPr/>
        </p:nvGrpSpPr>
        <p:grpSpPr>
          <a:xfrm>
            <a:off x="6074898" y="3511025"/>
            <a:ext cx="271058" cy="52820"/>
            <a:chOff x="8439178" y="4793291"/>
            <a:chExt cx="361410" cy="70427"/>
          </a:xfrm>
        </p:grpSpPr>
        <p:sp>
          <p:nvSpPr>
            <p:cNvPr id="384" name="Google Shape;384;p35"/>
            <p:cNvSpPr/>
            <p:nvPr/>
          </p:nvSpPr>
          <p:spPr>
            <a:xfrm>
              <a:off x="8439178" y="4793291"/>
              <a:ext cx="70427" cy="70427"/>
            </a:xfrm>
            <a:prstGeom prst="ellipse">
              <a:avLst/>
            </a:pr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35"/>
            <p:cNvSpPr/>
            <p:nvPr/>
          </p:nvSpPr>
          <p:spPr>
            <a:xfrm>
              <a:off x="8585904" y="4793291"/>
              <a:ext cx="70427" cy="70427"/>
            </a:xfrm>
            <a:prstGeom prst="ellipse">
              <a:avLst/>
            </a:pr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35"/>
            <p:cNvSpPr/>
            <p:nvPr/>
          </p:nvSpPr>
          <p:spPr>
            <a:xfrm>
              <a:off x="8730161" y="4793291"/>
              <a:ext cx="70427" cy="70427"/>
            </a:xfrm>
            <a:prstGeom prst="ellipse">
              <a:avLst/>
            </a:pr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387;p35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88" name="Google Shape;388;p35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35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35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1" name="Google Shape;391;p35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2" name="Google Shape;392;p35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93" name="Google Shape;393;p35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35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35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6" name="Google Shape;396;p35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97" name="Google Shape;397;p35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5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99" name="Google Shape;399;p35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5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401" name="Google Shape;401;p35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402" name="Google Shape;402;p35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35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35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5" name="Google Shape;405;p35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406" name="Google Shape;406;p35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407" name="Google Shape;407;p35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408" name="Google Shape;408;p35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9" name="Google Shape;409;p35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410" name="Google Shape;410;p35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411" name="Google Shape;411;p35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2" name="Google Shape;412;p35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413" name="Google Shape;413;p35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4" name="Google Shape;414;p35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415" name="Google Shape;415;p35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5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417" name="Google Shape;417;p35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5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/>
          </a:p>
        </p:txBody>
      </p:sp>
      <p:grpSp>
        <p:nvGrpSpPr>
          <p:cNvPr id="419" name="Google Shape;419;p35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420" name="Google Shape;420;p35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35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2" name="Google Shape;422;p35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423" name="Google Shape;423;p35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424" name="Google Shape;424;p35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35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6" name="Google Shape;426;p35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27" name="Google Shape;427;p35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8" name="Google Shape;428;p35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429" name="Google Shape;429;p35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35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35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2" name="Google Shape;432;p35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33" name="Google Shape;433;p35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434" name="Google Shape;434;p35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35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35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7" name="Google Shape;437;p35">
            <a:hlinkClick action="ppaction://hlinksldjump" r:id="rId16"/>
          </p:cNvPr>
          <p:cNvSpPr txBox="1"/>
          <p:nvPr/>
        </p:nvSpPr>
        <p:spPr>
          <a:xfrm>
            <a:off x="652003" y="634325"/>
            <a:ext cx="930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1ED760"/>
                </a:solidFill>
                <a:latin typeface="Poppins"/>
                <a:ea typeface="Poppins"/>
                <a:cs typeface="Poppins"/>
                <a:sym typeface="Poppins"/>
              </a:rPr>
              <a:t>Our Goal</a:t>
            </a:r>
            <a:endParaRPr sz="1000">
              <a:solidFill>
                <a:srgbClr val="1ED7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8" name="Google Shape;438;p35">
            <a:hlinkClick action="ppaction://hlinksldjump" r:id="rId17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5">
            <a:hlinkClick/>
          </p:cNvPr>
          <p:cNvSpPr txBox="1"/>
          <p:nvPr/>
        </p:nvSpPr>
        <p:spPr>
          <a:xfrm>
            <a:off x="651992" y="977028"/>
            <a:ext cx="659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000">
                <a:solidFill>
                  <a:srgbClr val="DDDFDA"/>
                </a:solidFill>
                <a:latin typeface="Poppins"/>
                <a:ea typeface="Poppins"/>
                <a:cs typeface="Poppins"/>
                <a:sym typeface="Poppins"/>
              </a:rPr>
              <a:t>Data</a:t>
            </a:r>
            <a:endParaRPr sz="1200">
              <a:solidFill>
                <a:srgbClr val="DDDF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0" name="Google Shape;440;p35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5">
            <a:hlinkClick action="ppaction://hlinksldjump" r:id="rId18"/>
          </p:cNvPr>
          <p:cNvSpPr txBox="1"/>
          <p:nvPr/>
        </p:nvSpPr>
        <p:spPr>
          <a:xfrm>
            <a:off x="651992" y="1313842"/>
            <a:ext cx="803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DDDFDA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sz="1200">
              <a:solidFill>
                <a:srgbClr val="DDDF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42" name="Google Shape;442;p35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443" name="Google Shape;443;p35">
              <a:hlinkClick action="ppaction://hlinksldjump" r:id="rId19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35">
              <a:hlinkClick action="ppaction://hlinksldjump" r:id="rId20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35">
              <a:hlinkClick action="ppaction://hlinksldjump" r:id="rId21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6" name="Google Shape;446;p35">
            <a:hlinkClick/>
          </p:cNvPr>
          <p:cNvSpPr txBox="1"/>
          <p:nvPr/>
        </p:nvSpPr>
        <p:spPr>
          <a:xfrm>
            <a:off x="652002" y="1650650"/>
            <a:ext cx="758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DDDFDA"/>
                </a:solidFill>
                <a:latin typeface="Poppins"/>
                <a:ea typeface="Poppins"/>
                <a:cs typeface="Poppins"/>
                <a:sym typeface="Poppins"/>
              </a:rPr>
              <a:t>Lit Review</a:t>
            </a:r>
            <a:endParaRPr sz="1200">
              <a:solidFill>
                <a:srgbClr val="DDDF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47" name="Google Shape;447;p35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448" name="Google Shape;448;p35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449" name="Google Shape;449;p35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0" name="Google Shape;450;p35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451" name="Google Shape;451;p35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452" name="Google Shape;452;p35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3" name="Google Shape;453;p35">
            <a:hlinkClick/>
          </p:cNvPr>
          <p:cNvSpPr txBox="1"/>
          <p:nvPr/>
        </p:nvSpPr>
        <p:spPr>
          <a:xfrm>
            <a:off x="651992" y="1987469"/>
            <a:ext cx="861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DDDFDA"/>
                </a:solidFill>
                <a:latin typeface="Poppins"/>
                <a:ea typeface="Poppins"/>
                <a:cs typeface="Poppins"/>
                <a:sym typeface="Poppins"/>
              </a:rPr>
              <a:t>EDA</a:t>
            </a:r>
            <a:endParaRPr sz="1200">
              <a:solidFill>
                <a:srgbClr val="DDDF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54" name="Google Shape;454;p35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5" name="Google Shape;455;p35">
            <a:hlinkClick/>
          </p:cNvPr>
          <p:cNvSpPr txBox="1"/>
          <p:nvPr/>
        </p:nvSpPr>
        <p:spPr>
          <a:xfrm>
            <a:off x="651999" y="2609425"/>
            <a:ext cx="1604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DDDFDA"/>
                </a:solidFill>
                <a:latin typeface="Poppins"/>
                <a:ea typeface="Poppins"/>
                <a:cs typeface="Poppins"/>
                <a:sym typeface="Poppins"/>
              </a:rPr>
              <a:t>Feature Engineering</a:t>
            </a:r>
            <a:endParaRPr sz="1200">
              <a:solidFill>
                <a:srgbClr val="DDDF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6" name="Google Shape;456;p35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5">
            <a:hlinkClick/>
          </p:cNvPr>
          <p:cNvSpPr txBox="1"/>
          <p:nvPr/>
        </p:nvSpPr>
        <p:spPr>
          <a:xfrm>
            <a:off x="651992" y="2949011"/>
            <a:ext cx="739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DDDFDA"/>
                </a:solidFill>
                <a:latin typeface="Poppins"/>
                <a:ea typeface="Poppins"/>
                <a:cs typeface="Poppins"/>
                <a:sym typeface="Poppins"/>
              </a:rPr>
              <a:t>Modeling</a:t>
            </a:r>
            <a:endParaRPr sz="1200">
              <a:solidFill>
                <a:srgbClr val="DDDF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8" name="Google Shape;458;p35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5">
            <a:hlinkClick/>
          </p:cNvPr>
          <p:cNvSpPr txBox="1"/>
          <p:nvPr/>
        </p:nvSpPr>
        <p:spPr>
          <a:xfrm>
            <a:off x="652007" y="3288575"/>
            <a:ext cx="1022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DDDFDA"/>
                </a:solidFill>
                <a:latin typeface="Poppins"/>
                <a:ea typeface="Poppins"/>
                <a:cs typeface="Poppins"/>
                <a:sym typeface="Poppins"/>
              </a:rPr>
              <a:t>Conclusions</a:t>
            </a:r>
            <a:endParaRPr sz="1200">
              <a:solidFill>
                <a:srgbClr val="DDDF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60" name="Google Shape;460;p35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461" name="Google Shape;461;p35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35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3" name="Google Shape;463;p35">
            <a:hlinkClick/>
          </p:cNvPr>
          <p:cNvSpPr txBox="1"/>
          <p:nvPr/>
        </p:nvSpPr>
        <p:spPr>
          <a:xfrm>
            <a:off x="652000" y="3628150"/>
            <a:ext cx="1430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DDDFDA"/>
                </a:solidFill>
                <a:latin typeface="Poppins"/>
                <a:ea typeface="Poppins"/>
                <a:cs typeface="Poppins"/>
                <a:sym typeface="Poppins"/>
              </a:rPr>
              <a:t>Recommendations</a:t>
            </a:r>
            <a:endParaRPr sz="1200">
              <a:solidFill>
                <a:srgbClr val="DDDF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64" name="Google Shape;464;p35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465" name="Google Shape;465;p35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35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7" name="Google Shape;467;p35">
            <a:hlinkClick/>
          </p:cNvPr>
          <p:cNvSpPr txBox="1"/>
          <p:nvPr/>
        </p:nvSpPr>
        <p:spPr>
          <a:xfrm>
            <a:off x="651999" y="3967725"/>
            <a:ext cx="1430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DDDFDA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sz="1000">
              <a:solidFill>
                <a:srgbClr val="DDDF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8" name="Google Shape;468;p35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6"/>
          <p:cNvSpPr/>
          <p:nvPr/>
        </p:nvSpPr>
        <p:spPr>
          <a:xfrm>
            <a:off x="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4" name="Google Shape;474;p36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475" name="Google Shape;475;p36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36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36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8" name="Google Shape;478;p36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479" name="Google Shape;479;p36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480" name="Google Shape;480;p36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1" name="Google Shape;481;p36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482" name="Google Shape;482;p36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483" name="Google Shape;483;p36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4" name="Google Shape;484;p36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485" name="Google Shape;485;p36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36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487" name="Google Shape;487;p36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6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489" name="Google Shape;489;p36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6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6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6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1100">
              <a:solidFill>
                <a:srgbClr val="B4B5B2"/>
              </a:solidFill>
            </a:endParaRPr>
          </a:p>
        </p:txBody>
      </p:sp>
      <p:sp>
        <p:nvSpPr>
          <p:cNvPr id="493" name="Google Shape;493;p36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6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495" name="Google Shape;495;p36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6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497" name="Google Shape;497;p36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498" name="Google Shape;498;p36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36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36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1" name="Google Shape;501;p36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502" name="Google Shape;502;p36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503" name="Google Shape;503;p36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504" name="Google Shape;504;p36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5" name="Google Shape;505;p36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506" name="Google Shape;506;p36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507" name="Google Shape;507;p36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8" name="Google Shape;508;p36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/>
          </a:p>
        </p:txBody>
      </p:sp>
      <p:cxnSp>
        <p:nvCxnSpPr>
          <p:cNvPr id="509" name="Google Shape;509;p36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0" name="Google Shape;510;p36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6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6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513" name="Google Shape;513;p36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514" name="Google Shape;514;p36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36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6" name="Google Shape;516;p36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517" name="Google Shape;517;p36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518" name="Google Shape;518;p36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36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0" name="Google Shape;520;p36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521" name="Google Shape;521;p36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6"/>
          <p:cNvSpPr txBox="1"/>
          <p:nvPr/>
        </p:nvSpPr>
        <p:spPr>
          <a:xfrm>
            <a:off x="3145369" y="124975"/>
            <a:ext cx="3510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Overview</a:t>
            </a:r>
            <a:endParaRPr sz="1100"/>
          </a:p>
        </p:txBody>
      </p:sp>
      <p:sp>
        <p:nvSpPr>
          <p:cNvPr id="523" name="Google Shape;523;p36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6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25" name="Google Shape;525;p36"/>
          <p:cNvGraphicFramePr/>
          <p:nvPr/>
        </p:nvGraphicFramePr>
        <p:xfrm>
          <a:off x="2383925" y="70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{F222600F-201E-4158-B94E-A693C648F713}</a:tableStyleId>
              </a:tblPr>
              <a:tblGrid>
                <a:gridCol w="869000"/>
                <a:gridCol w="641375"/>
                <a:gridCol w="1533600"/>
              </a:tblGrid>
              <a:tr h="53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1ED7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Variable Name</a:t>
                      </a:r>
                      <a:endParaRPr b="1" sz="1200">
                        <a:solidFill>
                          <a:srgbClr val="1ED7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1ED7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b="1" sz="1200">
                        <a:solidFill>
                          <a:srgbClr val="1ED7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1ED7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Range (If Applicable)</a:t>
                      </a:r>
                      <a:endParaRPr b="1" sz="1200">
                        <a:solidFill>
                          <a:srgbClr val="1ED7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4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track_id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4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artists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4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album_name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4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track_name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4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duration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4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explicit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boolean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4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danceability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[0, 1]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4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energy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[0, 1]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4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4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Loudness (db)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526" name="Google Shape;526;p36"/>
          <p:cNvGraphicFramePr/>
          <p:nvPr/>
        </p:nvGraphicFramePr>
        <p:xfrm>
          <a:off x="5650525" y="70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{F222600F-201E-4158-B94E-A693C648F713}</a:tableStyleId>
              </a:tblPr>
              <a:tblGrid>
                <a:gridCol w="1105875"/>
                <a:gridCol w="773375"/>
                <a:gridCol w="1510250"/>
              </a:tblGrid>
              <a:tr h="56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1ED7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Variable Name</a:t>
                      </a:r>
                      <a:endParaRPr b="1" sz="1200">
                        <a:solidFill>
                          <a:srgbClr val="1ED7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1ED7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b="1" sz="1200">
                        <a:solidFill>
                          <a:srgbClr val="1ED7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1ED7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Range (If Applicable)</a:t>
                      </a:r>
                      <a:endParaRPr b="1" sz="1200">
                        <a:solidFill>
                          <a:srgbClr val="1ED7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5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0, 1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5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speechiness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[0, 1]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5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acousticness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[0, 1]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5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instrumentaness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[0, 1]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5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liveness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[0, 1]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5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valence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[0, 1]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5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tempo (BPM)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5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time_signature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3, 4, 5, 6, 7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5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track_genre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DDDFD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</a:t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DDDFD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90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popularity</a:t>
                      </a:r>
                      <a:endParaRPr b="1" sz="13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</a:t>
                      </a:r>
                      <a:endParaRPr b="1" sz="13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1-100</a:t>
                      </a:r>
                      <a:endParaRPr b="1" sz="13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27" name="Google Shape;527;p36">
            <a:hlinkClick/>
          </p:cNvPr>
          <p:cNvSpPr txBox="1"/>
          <p:nvPr/>
        </p:nvSpPr>
        <p:spPr>
          <a:xfrm>
            <a:off x="652003" y="2609425"/>
            <a:ext cx="1401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/>
          </a:p>
        </p:txBody>
      </p:sp>
      <p:sp>
        <p:nvSpPr>
          <p:cNvPr id="528" name="Google Shape;528;p36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/>
          </a:p>
        </p:txBody>
      </p:sp>
      <p:grpSp>
        <p:nvGrpSpPr>
          <p:cNvPr id="529" name="Google Shape;529;p36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530" name="Google Shape;530;p36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36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36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3" name="Google Shape;533;p36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4" name="Google Shape;534;p36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535" name="Google Shape;535;p36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36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36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8" name="Google Shape;538;p36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39" name="Google Shape;539;p36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6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541" name="Google Shape;541;p36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6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543" name="Google Shape;543;p36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544" name="Google Shape;544;p36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36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36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7" name="Google Shape;547;p36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548" name="Google Shape;548;p36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549" name="Google Shape;549;p36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550" name="Google Shape;550;p36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1" name="Google Shape;551;p36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552" name="Google Shape;552;p36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553" name="Google Shape;553;p36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4" name="Google Shape;554;p36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555" name="Google Shape;555;p36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6" name="Google Shape;556;p36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557" name="Google Shape;557;p36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6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559" name="Google Shape;559;p36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6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/>
          </a:p>
        </p:txBody>
      </p:sp>
      <p:grpSp>
        <p:nvGrpSpPr>
          <p:cNvPr id="561" name="Google Shape;561;p36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562" name="Google Shape;562;p36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36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4" name="Google Shape;564;p36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565" name="Google Shape;565;p36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566" name="Google Shape;566;p36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36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8" name="Google Shape;568;p36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69" name="Google Shape;569;p36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0" name="Google Shape;570;p36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571" name="Google Shape;571;p36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36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36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4" name="Google Shape;574;p36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5" name="Google Shape;575;p36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576" name="Google Shape;576;p36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36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36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9" name="Google Shape;579;p36">
            <a:hlinkClick action="ppaction://hlinksldjump" r:id="rId16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80" name="Google Shape;580;p36">
            <a:hlinkClick action="ppaction://hlinksldjump" r:id="rId17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6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582" name="Google Shape;582;p36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6">
            <a:hlinkClick action="ppaction://hlinksldjump" r:id="rId18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584" name="Google Shape;584;p36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585" name="Google Shape;585;p36">
              <a:hlinkClick action="ppaction://hlinksldjump" r:id="rId19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36">
              <a:hlinkClick action="ppaction://hlinksldjump" r:id="rId20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36">
              <a:hlinkClick action="ppaction://hlinksldjump" r:id="rId21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8" name="Google Shape;588;p36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589" name="Google Shape;589;p36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590" name="Google Shape;590;p36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591" name="Google Shape;591;p36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2" name="Google Shape;592;p36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593" name="Google Shape;593;p36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594" name="Google Shape;594;p36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5" name="Google Shape;595;p36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596" name="Google Shape;596;p36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7" name="Google Shape;597;p36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598" name="Google Shape;598;p36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6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600" name="Google Shape;600;p36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6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602" name="Google Shape;602;p36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603" name="Google Shape;603;p36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36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5" name="Google Shape;605;p36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606" name="Google Shape;606;p36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607" name="Google Shape;607;p36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36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9" name="Google Shape;609;p36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10" name="Google Shape;610;p36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7"/>
          <p:cNvSpPr/>
          <p:nvPr/>
        </p:nvSpPr>
        <p:spPr>
          <a:xfrm>
            <a:off x="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6" name="Google Shape;616;p37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617" name="Google Shape;617;p37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37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37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0" name="Google Shape;620;p37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621" name="Google Shape;621;p37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622" name="Google Shape;622;p37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3" name="Google Shape;623;p37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624" name="Google Shape;624;p37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625" name="Google Shape;625;p37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6" name="Google Shape;626;p37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627" name="Google Shape;627;p37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37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629" name="Google Shape;629;p37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7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631" name="Google Shape;631;p37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7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7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7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635" name="Google Shape;635;p37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7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/>
          </a:p>
        </p:txBody>
      </p:sp>
      <p:sp>
        <p:nvSpPr>
          <p:cNvPr id="637" name="Google Shape;637;p37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7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1ED760"/>
              </a:solidFill>
            </a:endParaRPr>
          </a:p>
        </p:txBody>
      </p:sp>
      <p:grpSp>
        <p:nvGrpSpPr>
          <p:cNvPr id="639" name="Google Shape;639;p37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640" name="Google Shape;640;p37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37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37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3" name="Google Shape;643;p37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644" name="Google Shape;644;p37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645" name="Google Shape;645;p37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646" name="Google Shape;646;p37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47" name="Google Shape;647;p37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648" name="Google Shape;648;p37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649" name="Google Shape;649;p37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50" name="Google Shape;650;p37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1" name="Google Shape;651;p37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37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7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654" name="Google Shape;654;p37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655" name="Google Shape;655;p37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37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7" name="Google Shape;657;p37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658" name="Google Shape;658;p37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659" name="Google Shape;659;p37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37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1" name="Google Shape;661;p37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662" name="Google Shape;662;p37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7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7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7"/>
          <p:cNvSpPr txBox="1"/>
          <p:nvPr/>
        </p:nvSpPr>
        <p:spPr>
          <a:xfrm>
            <a:off x="2443175" y="634325"/>
            <a:ext cx="5596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7"/>
          <p:cNvSpPr txBox="1"/>
          <p:nvPr/>
        </p:nvSpPr>
        <p:spPr>
          <a:xfrm>
            <a:off x="2576675" y="1362375"/>
            <a:ext cx="4956000" cy="3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2100"/>
              <a:buFont typeface="Calibri"/>
              <a:buAutoNum type="arabicPeriod"/>
            </a:pPr>
            <a:r>
              <a:rPr lang="en-GB" sz="21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Lit Review</a:t>
            </a:r>
            <a:endParaRPr sz="21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2100"/>
              <a:buFont typeface="Calibri"/>
              <a:buAutoNum type="arabicPeriod"/>
            </a:pPr>
            <a:r>
              <a:rPr lang="en-GB" sz="21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sz="21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2100"/>
              <a:buFont typeface="Calibri"/>
              <a:buAutoNum type="arabicPeriod"/>
            </a:pPr>
            <a:r>
              <a:rPr lang="en-GB" sz="21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sz="21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2100"/>
              <a:buFont typeface="Calibri"/>
              <a:buAutoNum type="arabicPeriod"/>
            </a:pPr>
            <a:r>
              <a:rPr lang="en-GB" sz="21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Modeling</a:t>
            </a:r>
            <a:endParaRPr sz="21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2100"/>
              <a:buFont typeface="Calibri"/>
              <a:buAutoNum type="arabicPeriod"/>
            </a:pPr>
            <a:r>
              <a:rPr lang="en-GB" sz="21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sz="21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2100"/>
              <a:buFont typeface="Calibri"/>
              <a:buAutoNum type="arabicPeriod"/>
            </a:pPr>
            <a:r>
              <a:rPr lang="en-GB" sz="21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sz="21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2100"/>
              <a:buFont typeface="Calibri"/>
              <a:buAutoNum type="arabicPeriod"/>
            </a:pPr>
            <a:r>
              <a:rPr lang="en-GB" sz="21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sz="21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2100"/>
              <a:buFont typeface="Calibri"/>
              <a:buAutoNum type="arabicPeriod"/>
            </a:pPr>
            <a:r>
              <a:rPr lang="en-GB" sz="21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21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7">
            <a:hlinkClick/>
          </p:cNvPr>
          <p:cNvSpPr txBox="1"/>
          <p:nvPr/>
        </p:nvSpPr>
        <p:spPr>
          <a:xfrm>
            <a:off x="652003" y="2609425"/>
            <a:ext cx="1401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/>
          </a:p>
        </p:txBody>
      </p:sp>
      <p:sp>
        <p:nvSpPr>
          <p:cNvPr id="668" name="Google Shape;668;p37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669" name="Google Shape;669;p37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/>
          </a:p>
        </p:txBody>
      </p:sp>
      <p:grpSp>
        <p:nvGrpSpPr>
          <p:cNvPr id="670" name="Google Shape;670;p37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671" name="Google Shape;671;p37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37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37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4" name="Google Shape;674;p37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5" name="Google Shape;675;p37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676" name="Google Shape;676;p37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37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37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9" name="Google Shape;679;p37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80" name="Google Shape;680;p37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7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682" name="Google Shape;682;p37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7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684" name="Google Shape;684;p37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685" name="Google Shape;685;p37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37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37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8" name="Google Shape;688;p37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689" name="Google Shape;689;p37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690" name="Google Shape;690;p37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691" name="Google Shape;691;p37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92" name="Google Shape;692;p37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693" name="Google Shape;693;p37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694" name="Google Shape;694;p37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5" name="Google Shape;695;p37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696" name="Google Shape;696;p37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7" name="Google Shape;697;p37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698" name="Google Shape;698;p37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7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700" name="Google Shape;700;p37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7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/>
          </a:p>
        </p:txBody>
      </p:sp>
      <p:grpSp>
        <p:nvGrpSpPr>
          <p:cNvPr id="702" name="Google Shape;702;p37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703" name="Google Shape;703;p37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7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5" name="Google Shape;705;p37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706" name="Google Shape;706;p37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707" name="Google Shape;707;p37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37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9" name="Google Shape;709;p37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10" name="Google Shape;710;p37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1" name="Google Shape;711;p37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712" name="Google Shape;712;p37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37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37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5" name="Google Shape;715;p37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6" name="Google Shape;716;p37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717" name="Google Shape;717;p37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37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37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0" name="Google Shape;720;p37">
            <a:hlinkClick action="ppaction://hlinksldjump" r:id="rId16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21" name="Google Shape;721;p37">
            <a:hlinkClick action="ppaction://hlinksldjump" r:id="rId17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7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723" name="Google Shape;723;p37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7">
            <a:hlinkClick action="ppaction://hlinksldjump" r:id="rId18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1ED760"/>
              </a:solidFill>
            </a:endParaRPr>
          </a:p>
        </p:txBody>
      </p:sp>
      <p:grpSp>
        <p:nvGrpSpPr>
          <p:cNvPr id="725" name="Google Shape;725;p37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726" name="Google Shape;726;p37">
              <a:hlinkClick action="ppaction://hlinksldjump" r:id="rId19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37">
              <a:hlinkClick action="ppaction://hlinksldjump" r:id="rId20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37">
              <a:hlinkClick action="ppaction://hlinksldjump" r:id="rId21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9" name="Google Shape;729;p37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730" name="Google Shape;730;p37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731" name="Google Shape;731;p37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732" name="Google Shape;732;p37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33" name="Google Shape;733;p37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734" name="Google Shape;734;p37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735" name="Google Shape;735;p37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6" name="Google Shape;736;p37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737" name="Google Shape;737;p37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8" name="Google Shape;738;p37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739" name="Google Shape;739;p37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7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741" name="Google Shape;741;p37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7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743" name="Google Shape;743;p37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744" name="Google Shape;744;p37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37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6" name="Google Shape;746;p37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747" name="Google Shape;747;p37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748" name="Google Shape;748;p37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37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0" name="Google Shape;750;p37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51" name="Google Shape;751;p37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38"/>
          <p:cNvSpPr/>
          <p:nvPr/>
        </p:nvSpPr>
        <p:spPr>
          <a:xfrm>
            <a:off x="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7" name="Google Shape;757;p38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758" name="Google Shape;758;p38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38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38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1" name="Google Shape;761;p38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762" name="Google Shape;762;p38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763" name="Google Shape;763;p38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4" name="Google Shape;764;p38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765" name="Google Shape;765;p38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766" name="Google Shape;766;p38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7" name="Google Shape;767;p38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768" name="Google Shape;768;p38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38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770" name="Google Shape;770;p38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8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772" name="Google Shape;772;p38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8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8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8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76" name="Google Shape;776;p38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8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778" name="Google Shape;778;p38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8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780" name="Google Shape;780;p38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781" name="Google Shape;781;p38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38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38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4" name="Google Shape;784;p38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1ED760"/>
              </a:solidFill>
            </a:endParaRPr>
          </a:p>
        </p:txBody>
      </p:sp>
      <p:grpSp>
        <p:nvGrpSpPr>
          <p:cNvPr id="785" name="Google Shape;785;p38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786" name="Google Shape;786;p38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787" name="Google Shape;787;p38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8" name="Google Shape;788;p38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789" name="Google Shape;789;p38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790" name="Google Shape;790;p38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91" name="Google Shape;791;p38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92" name="Google Shape;792;p38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8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8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795" name="Google Shape;795;p38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796" name="Google Shape;796;p38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38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8" name="Google Shape;798;p38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799" name="Google Shape;799;p38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800" name="Google Shape;800;p38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38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2" name="Google Shape;802;p38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803" name="Google Shape;803;p38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8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8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8"/>
          <p:cNvSpPr txBox="1"/>
          <p:nvPr/>
        </p:nvSpPr>
        <p:spPr>
          <a:xfrm>
            <a:off x="2749825" y="2055975"/>
            <a:ext cx="5596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Literature Review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8">
            <a:hlinkClick/>
          </p:cNvPr>
          <p:cNvSpPr txBox="1"/>
          <p:nvPr/>
        </p:nvSpPr>
        <p:spPr>
          <a:xfrm>
            <a:off x="652003" y="2609425"/>
            <a:ext cx="1401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/>
          </a:p>
        </p:txBody>
      </p:sp>
      <p:sp>
        <p:nvSpPr>
          <p:cNvPr id="808" name="Google Shape;808;p38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809" name="Google Shape;809;p38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/>
          </a:p>
        </p:txBody>
      </p:sp>
      <p:grpSp>
        <p:nvGrpSpPr>
          <p:cNvPr id="810" name="Google Shape;810;p38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811" name="Google Shape;811;p38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38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38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4" name="Google Shape;814;p38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5" name="Google Shape;815;p38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816" name="Google Shape;816;p38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38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38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9" name="Google Shape;819;p38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20" name="Google Shape;820;p38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8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822" name="Google Shape;822;p38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8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824" name="Google Shape;824;p38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825" name="Google Shape;825;p38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38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38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8" name="Google Shape;828;p38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829" name="Google Shape;829;p38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830" name="Google Shape;830;p38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831" name="Google Shape;831;p38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2" name="Google Shape;832;p38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833" name="Google Shape;833;p38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834" name="Google Shape;834;p38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5" name="Google Shape;835;p38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836" name="Google Shape;836;p38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37" name="Google Shape;837;p38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838" name="Google Shape;838;p38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8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840" name="Google Shape;840;p38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8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/>
          </a:p>
        </p:txBody>
      </p:sp>
      <p:grpSp>
        <p:nvGrpSpPr>
          <p:cNvPr id="842" name="Google Shape;842;p38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843" name="Google Shape;843;p38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38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45" name="Google Shape;845;p38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846" name="Google Shape;846;p38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847" name="Google Shape;847;p38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38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49" name="Google Shape;849;p38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50" name="Google Shape;850;p38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1" name="Google Shape;851;p38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852" name="Google Shape;852;p38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38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38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5" name="Google Shape;855;p38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6" name="Google Shape;856;p38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857" name="Google Shape;857;p38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38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38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0" name="Google Shape;860;p38">
            <a:hlinkClick action="ppaction://hlinksldjump" r:id="rId16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61" name="Google Shape;861;p38">
            <a:hlinkClick action="ppaction://hlinksldjump" r:id="rId17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8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863" name="Google Shape;863;p38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8">
            <a:hlinkClick action="ppaction://hlinksldjump" r:id="rId18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865" name="Google Shape;865;p38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866" name="Google Shape;866;p38">
              <a:hlinkClick action="ppaction://hlinksldjump" r:id="rId19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38">
              <a:hlinkClick action="ppaction://hlinksldjump" r:id="rId20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38">
              <a:hlinkClick action="ppaction://hlinksldjump" r:id="rId21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9" name="Google Shape;869;p38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1ED760"/>
              </a:solidFill>
            </a:endParaRPr>
          </a:p>
        </p:txBody>
      </p:sp>
      <p:grpSp>
        <p:nvGrpSpPr>
          <p:cNvPr id="870" name="Google Shape;870;p38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871" name="Google Shape;871;p38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872" name="Google Shape;872;p38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73" name="Google Shape;873;p38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874" name="Google Shape;874;p38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875" name="Google Shape;875;p38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6" name="Google Shape;876;p38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877" name="Google Shape;877;p38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8" name="Google Shape;878;p38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879" name="Google Shape;879;p38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8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881" name="Google Shape;881;p38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8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883" name="Google Shape;883;p38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884" name="Google Shape;884;p38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38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6" name="Google Shape;886;p38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887" name="Google Shape;887;p38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888" name="Google Shape;888;p38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38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0" name="Google Shape;890;p38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91" name="Google Shape;891;p38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39"/>
          <p:cNvSpPr/>
          <p:nvPr/>
        </p:nvSpPr>
        <p:spPr>
          <a:xfrm>
            <a:off x="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7" name="Google Shape;897;p39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898" name="Google Shape;898;p39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39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39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1" name="Google Shape;901;p39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902" name="Google Shape;902;p39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903" name="Google Shape;903;p39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4" name="Google Shape;904;p39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905" name="Google Shape;905;p39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906" name="Google Shape;906;p39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7" name="Google Shape;907;p39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908" name="Google Shape;908;p39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39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910" name="Google Shape;910;p39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9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912" name="Google Shape;912;p39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9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39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9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16" name="Google Shape;916;p39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9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918" name="Google Shape;918;p39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9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920" name="Google Shape;920;p39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921" name="Google Shape;921;p39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39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39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4" name="Google Shape;924;p39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1ED760"/>
              </a:solidFill>
            </a:endParaRPr>
          </a:p>
        </p:txBody>
      </p:sp>
      <p:grpSp>
        <p:nvGrpSpPr>
          <p:cNvPr id="925" name="Google Shape;925;p39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926" name="Google Shape;926;p39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927" name="Google Shape;927;p39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8" name="Google Shape;928;p39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929" name="Google Shape;929;p39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930" name="Google Shape;930;p39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31" name="Google Shape;931;p39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32" name="Google Shape;932;p39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9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9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935" name="Google Shape;935;p39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936" name="Google Shape;936;p39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39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8" name="Google Shape;938;p39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939" name="Google Shape;939;p39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940" name="Google Shape;940;p39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39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2" name="Google Shape;942;p39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943" name="Google Shape;943;p39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9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9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9"/>
          <p:cNvSpPr txBox="1"/>
          <p:nvPr/>
        </p:nvSpPr>
        <p:spPr>
          <a:xfrm>
            <a:off x="2749825" y="684375"/>
            <a:ext cx="5596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Literature Review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9">
            <a:hlinkClick/>
          </p:cNvPr>
          <p:cNvSpPr txBox="1"/>
          <p:nvPr/>
        </p:nvSpPr>
        <p:spPr>
          <a:xfrm>
            <a:off x="652003" y="2609425"/>
            <a:ext cx="1401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/>
          </a:p>
        </p:txBody>
      </p:sp>
      <p:sp>
        <p:nvSpPr>
          <p:cNvPr id="948" name="Google Shape;948;p39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949" name="Google Shape;949;p39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/>
          </a:p>
        </p:txBody>
      </p:sp>
      <p:grpSp>
        <p:nvGrpSpPr>
          <p:cNvPr id="950" name="Google Shape;950;p39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951" name="Google Shape;951;p39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39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39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4" name="Google Shape;954;p39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5" name="Google Shape;955;p39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956" name="Google Shape;956;p39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39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39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9" name="Google Shape;959;p39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60" name="Google Shape;960;p39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39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962" name="Google Shape;962;p39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39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964" name="Google Shape;964;p39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965" name="Google Shape;965;p39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39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39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8" name="Google Shape;968;p39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969" name="Google Shape;969;p39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970" name="Google Shape;970;p39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971" name="Google Shape;971;p39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2" name="Google Shape;972;p39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973" name="Google Shape;973;p39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974" name="Google Shape;974;p39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5" name="Google Shape;975;p39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976" name="Google Shape;976;p39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7" name="Google Shape;977;p39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978" name="Google Shape;978;p39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39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980" name="Google Shape;980;p39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39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/>
          </a:p>
        </p:txBody>
      </p:sp>
      <p:grpSp>
        <p:nvGrpSpPr>
          <p:cNvPr id="982" name="Google Shape;982;p39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983" name="Google Shape;983;p39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39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5" name="Google Shape;985;p39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986" name="Google Shape;986;p39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987" name="Google Shape;987;p39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39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9" name="Google Shape;989;p39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90" name="Google Shape;990;p39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1" name="Google Shape;991;p39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992" name="Google Shape;992;p39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39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39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5" name="Google Shape;995;p39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6" name="Google Shape;996;p39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997" name="Google Shape;997;p39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39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39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0" name="Google Shape;1000;p39">
            <a:hlinkClick action="ppaction://hlinksldjump" r:id="rId16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01" name="Google Shape;1001;p39">
            <a:hlinkClick action="ppaction://hlinksldjump" r:id="rId17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39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003" name="Google Shape;1003;p39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39">
            <a:hlinkClick action="ppaction://hlinksldjump" r:id="rId18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005" name="Google Shape;1005;p39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1006" name="Google Shape;1006;p39">
              <a:hlinkClick action="ppaction://hlinksldjump" r:id="rId19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39">
              <a:hlinkClick action="ppaction://hlinksldjump" r:id="rId20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39">
              <a:hlinkClick action="ppaction://hlinksldjump" r:id="rId21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9" name="Google Shape;1009;p39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1ED760"/>
              </a:solidFill>
            </a:endParaRPr>
          </a:p>
        </p:txBody>
      </p:sp>
      <p:grpSp>
        <p:nvGrpSpPr>
          <p:cNvPr id="1010" name="Google Shape;1010;p39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1011" name="Google Shape;1011;p39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1012" name="Google Shape;1012;p39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13" name="Google Shape;1013;p39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1014" name="Google Shape;1014;p39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1015" name="Google Shape;1015;p39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6" name="Google Shape;1016;p39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1017" name="Google Shape;1017;p39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8" name="Google Shape;1018;p39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019" name="Google Shape;1019;p39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39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021" name="Google Shape;1021;p39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39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023" name="Google Shape;1023;p39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1024" name="Google Shape;1024;p39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39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6" name="Google Shape;1026;p39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027" name="Google Shape;1027;p39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1028" name="Google Shape;1028;p39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39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0" name="Google Shape;1030;p39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31" name="Google Shape;1031;p39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39"/>
          <p:cNvSpPr txBox="1"/>
          <p:nvPr/>
        </p:nvSpPr>
        <p:spPr>
          <a:xfrm>
            <a:off x="2819250" y="1323400"/>
            <a:ext cx="5712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900"/>
              <a:buFont typeface="Calibri"/>
              <a:buChar char="●"/>
            </a:pPr>
            <a:r>
              <a:rPr lang="en-GB" sz="1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AI is used in Music Production, but faces plagiarism issues. MiRA tools help address this.</a:t>
            </a:r>
            <a:endParaRPr sz="19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900"/>
              <a:buFont typeface="Calibri"/>
              <a:buChar char="●"/>
            </a:pPr>
            <a:r>
              <a:rPr lang="en-GB" sz="1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ML models use acoustic features to predict music popularity, which aids artists and music executives.</a:t>
            </a:r>
            <a:endParaRPr sz="19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900"/>
              <a:buFont typeface="Calibri"/>
              <a:buChar char="●"/>
            </a:pPr>
            <a:r>
              <a:rPr lang="en-GB" sz="1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Getting music into multimodal data sets proves to be challenged (ethics, synchronization, balance)</a:t>
            </a:r>
            <a:endParaRPr sz="19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900"/>
              <a:buFont typeface="Calibri"/>
              <a:buChar char="●"/>
            </a:pPr>
            <a:r>
              <a:rPr lang="en-GB" sz="1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Recommendation algorithms reinforce </a:t>
            </a:r>
            <a:r>
              <a:rPr lang="en-GB" sz="1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mainstream</a:t>
            </a:r>
            <a:r>
              <a:rPr lang="en-GB" sz="1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 music, limiting diversity</a:t>
            </a:r>
            <a:endParaRPr sz="19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900"/>
              <a:buFont typeface="Calibri"/>
              <a:buChar char="●"/>
            </a:pPr>
            <a:r>
              <a:rPr lang="en-GB" sz="1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NLP and </a:t>
            </a:r>
            <a:r>
              <a:rPr lang="en-GB" sz="1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Sentiment</a:t>
            </a:r>
            <a:r>
              <a:rPr lang="en-GB" sz="1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 analysis of lyrics reveal a societal shift to </a:t>
            </a:r>
            <a:r>
              <a:rPr lang="en-GB" sz="1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negativity</a:t>
            </a:r>
            <a:r>
              <a:rPr lang="en-GB" sz="1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 in music.</a:t>
            </a:r>
            <a:endParaRPr sz="19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40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8" name="Google Shape;1038;p40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039" name="Google Shape;1039;p40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40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40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2" name="Google Shape;1042;p40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1043" name="Google Shape;1043;p40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1044" name="Google Shape;1044;p40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5" name="Google Shape;1045;p40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1046" name="Google Shape;1046;p40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1047" name="Google Shape;1047;p40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8" name="Google Shape;1048;p40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1049" name="Google Shape;1049;p40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40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1051" name="Google Shape;1051;p40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40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1053" name="Google Shape;1053;p40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40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40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40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57" name="Google Shape;1057;p40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40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059" name="Google Shape;1059;p40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40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1061" name="Google Shape;1061;p40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1062" name="Google Shape;1062;p40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40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40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5" name="Google Shape;1065;p40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1066" name="Google Shape;1066;p40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1067" name="Google Shape;1067;p40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1068" name="Google Shape;1068;p40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9" name="Google Shape;1069;p40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1070" name="Google Shape;1070;p40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1071" name="Google Shape;1071;p40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2" name="Google Shape;1072;p40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1ED760"/>
              </a:solidFill>
            </a:endParaRPr>
          </a:p>
        </p:txBody>
      </p:sp>
      <p:cxnSp>
        <p:nvCxnSpPr>
          <p:cNvPr id="1073" name="Google Shape;1073;p40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74" name="Google Shape;1074;p40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40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40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1077" name="Google Shape;1077;p40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1078" name="Google Shape;1078;p40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40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0" name="Google Shape;1080;p40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1081" name="Google Shape;1081;p40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1082" name="Google Shape;1082;p40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40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4" name="Google Shape;1084;p40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1085" name="Google Shape;1085;p40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40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40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40"/>
          <p:cNvSpPr txBox="1"/>
          <p:nvPr/>
        </p:nvSpPr>
        <p:spPr>
          <a:xfrm>
            <a:off x="2749825" y="2055975"/>
            <a:ext cx="5596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Exploratory Data Analysis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40">
            <a:hlinkClick/>
          </p:cNvPr>
          <p:cNvSpPr txBox="1"/>
          <p:nvPr/>
        </p:nvSpPr>
        <p:spPr>
          <a:xfrm>
            <a:off x="652003" y="2609425"/>
            <a:ext cx="1401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/>
          </a:p>
        </p:txBody>
      </p:sp>
      <p:sp>
        <p:nvSpPr>
          <p:cNvPr id="1090" name="Google Shape;1090;p40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/>
          </a:p>
        </p:txBody>
      </p:sp>
      <p:grpSp>
        <p:nvGrpSpPr>
          <p:cNvPr id="1091" name="Google Shape;1091;p40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092" name="Google Shape;1092;p40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40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40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5" name="Google Shape;1095;p40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6" name="Google Shape;1096;p40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097" name="Google Shape;1097;p40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40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40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0" name="Google Shape;1100;p40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01" name="Google Shape;1101;p40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40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103" name="Google Shape;1103;p40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40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1105" name="Google Shape;1105;p40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1106" name="Google Shape;1106;p40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40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40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9" name="Google Shape;1109;p40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1110" name="Google Shape;1110;p40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1111" name="Google Shape;1111;p40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1112" name="Google Shape;1112;p40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13" name="Google Shape;1113;p40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1114" name="Google Shape;1114;p40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1115" name="Google Shape;1115;p40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6" name="Google Shape;1116;p40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1117" name="Google Shape;1117;p40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18" name="Google Shape;1118;p40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119" name="Google Shape;1119;p40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40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121" name="Google Shape;1121;p40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40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/>
          </a:p>
        </p:txBody>
      </p:sp>
      <p:grpSp>
        <p:nvGrpSpPr>
          <p:cNvPr id="1123" name="Google Shape;1123;p40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1124" name="Google Shape;1124;p40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40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6" name="Google Shape;1126;p40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127" name="Google Shape;1127;p40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1128" name="Google Shape;1128;p40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40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0" name="Google Shape;1130;p40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31" name="Google Shape;1131;p40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2" name="Google Shape;1132;p40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133" name="Google Shape;1133;p40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40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40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6" name="Google Shape;1136;p40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7" name="Google Shape;1137;p40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138" name="Google Shape;1138;p40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40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40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1" name="Google Shape;1141;p40">
            <a:hlinkClick action="ppaction://hlinksldjump" r:id="rId16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42" name="Google Shape;1142;p40">
            <a:hlinkClick action="ppaction://hlinksldjump" r:id="rId17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40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144" name="Google Shape;1144;p40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40">
            <a:hlinkClick action="ppaction://hlinksldjump" r:id="rId18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146" name="Google Shape;1146;p40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1147" name="Google Shape;1147;p40">
              <a:hlinkClick action="ppaction://hlinksldjump" r:id="rId19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40">
              <a:hlinkClick action="ppaction://hlinksldjump" r:id="rId20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40">
              <a:hlinkClick action="ppaction://hlinksldjump" r:id="rId21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0" name="Google Shape;1150;p40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151" name="Google Shape;1151;p40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1152" name="Google Shape;1152;p40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1153" name="Google Shape;1153;p40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4" name="Google Shape;1154;p40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1155" name="Google Shape;1155;p40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1156" name="Google Shape;1156;p40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7" name="Google Shape;1157;p40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1ED760"/>
              </a:solidFill>
            </a:endParaRPr>
          </a:p>
        </p:txBody>
      </p:sp>
      <p:cxnSp>
        <p:nvCxnSpPr>
          <p:cNvPr id="1158" name="Google Shape;1158;p40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9" name="Google Shape;1159;p40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160" name="Google Shape;1160;p40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40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162" name="Google Shape;1162;p40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40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164" name="Google Shape;1164;p40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1165" name="Google Shape;1165;p40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40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7" name="Google Shape;1167;p40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168" name="Google Shape;1168;p40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1169" name="Google Shape;1169;p40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40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1" name="Google Shape;1171;p40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72" name="Google Shape;1172;p40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7" name="Google Shape;1177;p41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1178" name="Google Shape;1178;p41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1179" name="Google Shape;1179;p41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0" name="Google Shape;1180;p41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1181" name="Google Shape;1181;p41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1182" name="Google Shape;1182;p41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3" name="Google Shape;1183;p41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1184" name="Google Shape;1184;p41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" name="Google Shape;1185;p41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1186" name="Google Shape;1186;p41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41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1188" name="Google Shape;1188;p41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41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41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41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41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3" name="Google Shape;119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9824" y="734751"/>
            <a:ext cx="5278425" cy="40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4" name="Google Shape;1194;p41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5" name="Google Shape;1195;p41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196" name="Google Shape;1196;p41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41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41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9" name="Google Shape;1199;p41">
            <a:hlinkClick action="ppaction://hlinksldjump" r:id="rId4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00" name="Google Shape;1200;p41">
            <a:hlinkClick action="ppaction://hlinksldjump" r:id="rId5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41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202" name="Google Shape;1202;p41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41">
            <a:hlinkClick action="ppaction://hlinksldjump" r:id="rId6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1204" name="Google Shape;1204;p41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1205" name="Google Shape;1205;p41">
              <a:hlinkClick action="ppaction://hlinksldjump" r:id="rId7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41">
              <a:hlinkClick action="ppaction://hlinksldjump" r:id="rId8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41">
              <a:hlinkClick action="ppaction://hlinksldjump" r:id="rId9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8" name="Google Shape;1208;p41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1209" name="Google Shape;1209;p41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1210" name="Google Shape;1210;p41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1211" name="Google Shape;1211;p41">
              <a:hlinkClick/>
            </p:cNvPr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2" name="Google Shape;1212;p41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1213" name="Google Shape;1213;p41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1214" name="Google Shape;1214;p41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5" name="Google Shape;1215;p41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1ED760"/>
              </a:solidFill>
            </a:endParaRPr>
          </a:p>
        </p:txBody>
      </p:sp>
      <p:cxnSp>
        <p:nvCxnSpPr>
          <p:cNvPr id="1216" name="Google Shape;1216;p41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7" name="Google Shape;1217;p41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41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41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1220" name="Google Shape;1220;p41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1221" name="Google Shape;1221;p41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41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3" name="Google Shape;1223;p41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1224" name="Google Shape;1224;p41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1225" name="Google Shape;1225;p41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41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7" name="Google Shape;1227;p41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1228" name="Google Shape;1228;p41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41">
            <a:hlinkClick/>
          </p:cNvPr>
          <p:cNvSpPr txBox="1"/>
          <p:nvPr/>
        </p:nvSpPr>
        <p:spPr>
          <a:xfrm>
            <a:off x="652003" y="2609425"/>
            <a:ext cx="1401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/>
          </a:p>
        </p:txBody>
      </p:sp>
      <p:sp>
        <p:nvSpPr>
          <p:cNvPr id="1230" name="Google Shape;1230;p41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/>
          </a:p>
        </p:txBody>
      </p:sp>
      <p:grpSp>
        <p:nvGrpSpPr>
          <p:cNvPr id="1231" name="Google Shape;1231;p41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232" name="Google Shape;1232;p41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41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41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5" name="Google Shape;1235;p41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6" name="Google Shape;1236;p41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237" name="Google Shape;1237;p41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41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41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0" name="Google Shape;1240;p41">
            <a:hlinkClick action="ppaction://hlinksldjump" r:id="rId11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41" name="Google Shape;1241;p41">
            <a:hlinkClick action="ppaction://hlinksldjump" r:id="rId12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41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243" name="Google Shape;1243;p41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41">
            <a:hlinkClick action="ppaction://hlinksldjump" r:id="rId13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1245" name="Google Shape;1245;p41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1246" name="Google Shape;1246;p41">
              <a:hlinkClick action="ppaction://hlinksldjump" r:id="rId14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41">
              <a:hlinkClick action="ppaction://hlinksldjump" r:id="rId15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41">
              <a:hlinkClick action="ppaction://hlinksldjump" r:id="rId16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9" name="Google Shape;1249;p41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1250" name="Google Shape;1250;p41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1251" name="Google Shape;1251;p41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1252" name="Google Shape;1252;p41">
              <a:hlinkClick/>
            </p:cNvPr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3" name="Google Shape;1253;p41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1254" name="Google Shape;1254;p41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1255" name="Google Shape;1255;p41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6" name="Google Shape;1256;p41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1257" name="Google Shape;1257;p41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8" name="Google Shape;1258;p41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259" name="Google Shape;1259;p41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41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261" name="Google Shape;1261;p41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41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/>
          </a:p>
        </p:txBody>
      </p:sp>
      <p:grpSp>
        <p:nvGrpSpPr>
          <p:cNvPr id="1263" name="Google Shape;1263;p41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1264" name="Google Shape;1264;p41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41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6" name="Google Shape;1266;p41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267" name="Google Shape;1267;p41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1268" name="Google Shape;1268;p41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41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0" name="Google Shape;1270;p41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71" name="Google Shape;1271;p41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2" name="Google Shape;1272;p41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273" name="Google Shape;1273;p41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274;p41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275;p41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6" name="Google Shape;1276;p41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7" name="Google Shape;1277;p41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278" name="Google Shape;1278;p41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" name="Google Shape;1279;p41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41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1" name="Google Shape;1281;p41">
            <a:hlinkClick action="ppaction://hlinksldjump" r:id="rId17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82" name="Google Shape;1282;p41">
            <a:hlinkClick action="ppaction://hlinksldjump" r:id="rId18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41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284" name="Google Shape;1284;p41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41">
            <a:hlinkClick action="ppaction://hlinksldjump" r:id="rId19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286" name="Google Shape;1286;p41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1287" name="Google Shape;1287;p41">
              <a:hlinkClick action="ppaction://hlinksldjump" r:id="rId20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41">
              <a:hlinkClick action="ppaction://hlinksldjump" r:id="rId21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41">
              <a:hlinkClick action="ppaction://hlinksldjump" r:id="rId22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0" name="Google Shape;1290;p41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291" name="Google Shape;1291;p41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1292" name="Google Shape;1292;p41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1293" name="Google Shape;1293;p41">
              <a:hlinkClick/>
            </p:cNvPr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94" name="Google Shape;1294;p41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1295" name="Google Shape;1295;p41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1296" name="Google Shape;1296;p41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7" name="Google Shape;1297;p41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1ED760"/>
              </a:solidFill>
            </a:endParaRPr>
          </a:p>
        </p:txBody>
      </p:sp>
      <p:cxnSp>
        <p:nvCxnSpPr>
          <p:cNvPr id="1298" name="Google Shape;1298;p41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9" name="Google Shape;1299;p41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300" name="Google Shape;1300;p41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41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302" name="Google Shape;1302;p41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41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304" name="Google Shape;1304;p41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1305" name="Google Shape;1305;p41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6" name="Google Shape;1306;p41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7" name="Google Shape;1307;p41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308" name="Google Shape;1308;p41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1309" name="Google Shape;1309;p41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41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1" name="Google Shape;1311;p41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12" name="Google Shape;1312;p41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7" name="Google Shape;1317;p42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1318" name="Google Shape;1318;p42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1319" name="Google Shape;1319;p42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0" name="Google Shape;1320;p42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1321" name="Google Shape;1321;p42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1322" name="Google Shape;1322;p42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3" name="Google Shape;1323;p42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1324" name="Google Shape;1324;p42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1325;p42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1326" name="Google Shape;1326;p42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42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1328" name="Google Shape;1328;p42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42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42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42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42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3" name="Google Shape;133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3168" y="977013"/>
            <a:ext cx="6443033" cy="3254374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42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5" name="Google Shape;1335;p42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336" name="Google Shape;1336;p42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7" name="Google Shape;1337;p42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8" name="Google Shape;1338;p42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9" name="Google Shape;1339;p42">
            <a:hlinkClick action="ppaction://hlinksldjump" r:id="rId4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40" name="Google Shape;1340;p42">
            <a:hlinkClick action="ppaction://hlinksldjump" r:id="rId5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42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342" name="Google Shape;1342;p42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42">
            <a:hlinkClick action="ppaction://hlinksldjump" r:id="rId6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1344" name="Google Shape;1344;p42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1345" name="Google Shape;1345;p42">
              <a:hlinkClick action="ppaction://hlinksldjump" r:id="rId7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1346;p42">
              <a:hlinkClick action="ppaction://hlinksldjump" r:id="rId8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1347;p42">
              <a:hlinkClick action="ppaction://hlinksldjump" r:id="rId9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8" name="Google Shape;1348;p42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1349" name="Google Shape;1349;p42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1350" name="Google Shape;1350;p42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1351" name="Google Shape;1351;p42">
              <a:hlinkClick/>
            </p:cNvPr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52" name="Google Shape;1352;p42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1353" name="Google Shape;1353;p42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1354" name="Google Shape;1354;p42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5" name="Google Shape;1355;p42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1ED760"/>
              </a:solidFill>
            </a:endParaRPr>
          </a:p>
        </p:txBody>
      </p:sp>
      <p:cxnSp>
        <p:nvCxnSpPr>
          <p:cNvPr id="1356" name="Google Shape;1356;p42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7" name="Google Shape;1357;p42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42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42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1360" name="Google Shape;1360;p42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1361" name="Google Shape;1361;p42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42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3" name="Google Shape;1363;p42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1364" name="Google Shape;1364;p42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1365" name="Google Shape;1365;p42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1366;p42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7" name="Google Shape;1367;p42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1368" name="Google Shape;1368;p42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42">
            <a:hlinkClick/>
          </p:cNvPr>
          <p:cNvSpPr txBox="1"/>
          <p:nvPr/>
        </p:nvSpPr>
        <p:spPr>
          <a:xfrm>
            <a:off x="652003" y="2609425"/>
            <a:ext cx="1401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/>
          </a:p>
        </p:txBody>
      </p:sp>
      <p:sp>
        <p:nvSpPr>
          <p:cNvPr id="1370" name="Google Shape;1370;p42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/>
          </a:p>
        </p:txBody>
      </p:sp>
      <p:grpSp>
        <p:nvGrpSpPr>
          <p:cNvPr id="1371" name="Google Shape;1371;p42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372" name="Google Shape;1372;p42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3" name="Google Shape;1373;p42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1374;p42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5" name="Google Shape;1375;p42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6" name="Google Shape;1376;p42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377" name="Google Shape;1377;p42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8" name="Google Shape;1378;p42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9" name="Google Shape;1379;p42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0" name="Google Shape;1380;p42">
            <a:hlinkClick action="ppaction://hlinksldjump" r:id="rId11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81" name="Google Shape;1381;p42">
            <a:hlinkClick action="ppaction://hlinksldjump" r:id="rId12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42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383" name="Google Shape;1383;p42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42">
            <a:hlinkClick action="ppaction://hlinksldjump" r:id="rId13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385" name="Google Shape;1385;p42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1386" name="Google Shape;1386;p42">
              <a:hlinkClick action="ppaction://hlinksldjump" r:id="rId14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7" name="Google Shape;1387;p42">
              <a:hlinkClick action="ppaction://hlinksldjump" r:id="rId15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8" name="Google Shape;1388;p42">
              <a:hlinkClick action="ppaction://hlinksldjump" r:id="rId16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9" name="Google Shape;1389;p42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390" name="Google Shape;1390;p42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1391" name="Google Shape;1391;p42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1392" name="Google Shape;1392;p42">
              <a:hlinkClick/>
            </p:cNvPr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93" name="Google Shape;1393;p42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1394" name="Google Shape;1394;p42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1395" name="Google Shape;1395;p42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6" name="Google Shape;1396;p42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1ED760"/>
              </a:solidFill>
            </a:endParaRPr>
          </a:p>
        </p:txBody>
      </p:sp>
      <p:cxnSp>
        <p:nvCxnSpPr>
          <p:cNvPr id="1397" name="Google Shape;1397;p42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98" name="Google Shape;1398;p42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399" name="Google Shape;1399;p42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42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401" name="Google Shape;1401;p42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42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403" name="Google Shape;1403;p42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1404" name="Google Shape;1404;p42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42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6" name="Google Shape;1406;p42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407" name="Google Shape;1407;p42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1408" name="Google Shape;1408;p42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9" name="Google Shape;1409;p42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0" name="Google Shape;1410;p42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11" name="Google Shape;1411;p42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6" name="Google Shape;1416;p43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1417" name="Google Shape;1417;p43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1418" name="Google Shape;1418;p43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9" name="Google Shape;1419;p43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1420" name="Google Shape;1420;p43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1421" name="Google Shape;1421;p43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2" name="Google Shape;1422;p43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1423" name="Google Shape;1423;p43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4" name="Google Shape;1424;p43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1425" name="Google Shape;1425;p43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43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1427" name="Google Shape;1427;p43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43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43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43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43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2" name="Google Shape;143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9100" y="634325"/>
            <a:ext cx="4695675" cy="424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3" name="Google Shape;1433;p43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4" name="Google Shape;1434;p43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435" name="Google Shape;1435;p43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43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1437;p43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8" name="Google Shape;1438;p43">
            <a:hlinkClick action="ppaction://hlinksldjump" r:id="rId4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39" name="Google Shape;1439;p43">
            <a:hlinkClick action="ppaction://hlinksldjump" r:id="rId5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43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441" name="Google Shape;1441;p43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43">
            <a:hlinkClick action="ppaction://hlinksldjump" r:id="rId6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1443" name="Google Shape;1443;p43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1444" name="Google Shape;1444;p43">
              <a:hlinkClick action="ppaction://hlinksldjump" r:id="rId7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43">
              <a:hlinkClick action="ppaction://hlinksldjump" r:id="rId8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1446;p43">
              <a:hlinkClick action="ppaction://hlinksldjump" r:id="rId9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7" name="Google Shape;1447;p43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1448" name="Google Shape;1448;p43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1449" name="Google Shape;1449;p43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1450" name="Google Shape;1450;p43">
              <a:hlinkClick/>
            </p:cNvPr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51" name="Google Shape;1451;p43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1452" name="Google Shape;1452;p43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1453" name="Google Shape;1453;p43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4" name="Google Shape;1454;p43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1ED760"/>
              </a:solidFill>
            </a:endParaRPr>
          </a:p>
        </p:txBody>
      </p:sp>
      <p:cxnSp>
        <p:nvCxnSpPr>
          <p:cNvPr id="1455" name="Google Shape;1455;p43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56" name="Google Shape;1456;p43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43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43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1459" name="Google Shape;1459;p43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1460" name="Google Shape;1460;p43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1" name="Google Shape;1461;p43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2" name="Google Shape;1462;p43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1463" name="Google Shape;1463;p43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1464" name="Google Shape;1464;p43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5" name="Google Shape;1465;p43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6" name="Google Shape;1466;p43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1467" name="Google Shape;1467;p43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43">
            <a:hlinkClick/>
          </p:cNvPr>
          <p:cNvSpPr txBox="1"/>
          <p:nvPr/>
        </p:nvSpPr>
        <p:spPr>
          <a:xfrm>
            <a:off x="652003" y="2609425"/>
            <a:ext cx="1401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/>
          </a:p>
        </p:txBody>
      </p:sp>
      <p:sp>
        <p:nvSpPr>
          <p:cNvPr id="1469" name="Google Shape;1469;p43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/>
          </a:p>
        </p:txBody>
      </p:sp>
      <p:grpSp>
        <p:nvGrpSpPr>
          <p:cNvPr id="1470" name="Google Shape;1470;p43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471" name="Google Shape;1471;p43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2" name="Google Shape;1472;p43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3" name="Google Shape;1473;p43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74" name="Google Shape;1474;p43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75" name="Google Shape;1475;p43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476" name="Google Shape;1476;p43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7" name="Google Shape;1477;p43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8" name="Google Shape;1478;p43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79" name="Google Shape;1479;p43">
            <a:hlinkClick action="ppaction://hlinksldjump" r:id="rId11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80" name="Google Shape;1480;p43">
            <a:hlinkClick action="ppaction://hlinksldjump" r:id="rId12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43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482" name="Google Shape;1482;p43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43">
            <a:hlinkClick action="ppaction://hlinksldjump" r:id="rId13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484" name="Google Shape;1484;p43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1485" name="Google Shape;1485;p43">
              <a:hlinkClick action="ppaction://hlinksldjump" r:id="rId14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6" name="Google Shape;1486;p43">
              <a:hlinkClick action="ppaction://hlinksldjump" r:id="rId15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7" name="Google Shape;1487;p43">
              <a:hlinkClick action="ppaction://hlinksldjump" r:id="rId16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88" name="Google Shape;1488;p43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489" name="Google Shape;1489;p43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1490" name="Google Shape;1490;p43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1491" name="Google Shape;1491;p43">
              <a:hlinkClick/>
            </p:cNvPr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92" name="Google Shape;1492;p43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1493" name="Google Shape;1493;p43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1494" name="Google Shape;1494;p43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5" name="Google Shape;1495;p43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1ED760"/>
              </a:solidFill>
            </a:endParaRPr>
          </a:p>
        </p:txBody>
      </p:sp>
      <p:cxnSp>
        <p:nvCxnSpPr>
          <p:cNvPr id="1496" name="Google Shape;1496;p43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97" name="Google Shape;1497;p43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498" name="Google Shape;1498;p43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43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500" name="Google Shape;1500;p43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43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502" name="Google Shape;1502;p43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1503" name="Google Shape;1503;p43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4" name="Google Shape;1504;p43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5" name="Google Shape;1505;p43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506" name="Google Shape;1506;p43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1507" name="Google Shape;1507;p43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8" name="Google Shape;1508;p43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9" name="Google Shape;1509;p43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510" name="Google Shape;1510;p43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5" name="Google Shape;1515;p44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516" name="Google Shape;1516;p44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44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44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9" name="Google Shape;1519;p44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1520" name="Google Shape;1520;p44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1521" name="Google Shape;1521;p44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2" name="Google Shape;1522;p44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1523" name="Google Shape;1523;p44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1524" name="Google Shape;1524;p44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5" name="Google Shape;1525;p44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1526" name="Google Shape;1526;p44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1527;p44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1528" name="Google Shape;1528;p44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44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1530" name="Google Shape;1530;p44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44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p44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44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44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44"/>
          <p:cNvSpPr txBox="1"/>
          <p:nvPr/>
        </p:nvSpPr>
        <p:spPr>
          <a:xfrm>
            <a:off x="3020600" y="2055975"/>
            <a:ext cx="5739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rgbClr val="1ED760"/>
                </a:solidFill>
                <a:latin typeface="Poppins"/>
                <a:ea typeface="Poppins"/>
                <a:cs typeface="Poppins"/>
                <a:sym typeface="Poppins"/>
              </a:rPr>
              <a:t>Feature Engineering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6" name="Google Shape;1536;p44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37" name="Google Shape;1537;p44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538" name="Google Shape;1538;p44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9" name="Google Shape;1539;p44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0" name="Google Shape;1540;p44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1" name="Google Shape;1541;p44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542" name="Google Shape;1542;p44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44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544" name="Google Shape;1544;p44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44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1546" name="Google Shape;1546;p44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1547" name="Google Shape;1547;p44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8" name="Google Shape;1548;p44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9" name="Google Shape;1549;p44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0" name="Google Shape;1550;p44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1551" name="Google Shape;1551;p44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1552" name="Google Shape;1552;p44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1553" name="Google Shape;1553;p44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4" name="Google Shape;1554;p44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1555" name="Google Shape;1555;p44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1556" name="Google Shape;1556;p44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7" name="Google Shape;1557;p44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1558" name="Google Shape;1558;p44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59" name="Google Shape;1559;p44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1560" name="Google Shape;1560;p44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44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44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1563" name="Google Shape;1563;p44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1564" name="Google Shape;1564;p44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5" name="Google Shape;1565;p44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6" name="Google Shape;1566;p44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1567" name="Google Shape;1567;p44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1568" name="Google Shape;1568;p44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9" name="Google Shape;1569;p44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0" name="Google Shape;1570;p44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1571" name="Google Shape;1571;p44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p44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/>
          </a:p>
        </p:txBody>
      </p:sp>
      <p:grpSp>
        <p:nvGrpSpPr>
          <p:cNvPr id="1573" name="Google Shape;1573;p44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574" name="Google Shape;1574;p44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5" name="Google Shape;1575;p44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6" name="Google Shape;1576;p44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7" name="Google Shape;1577;p44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8" name="Google Shape;1578;p44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579" name="Google Shape;1579;p44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0" name="Google Shape;1580;p44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1" name="Google Shape;1581;p44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2" name="Google Shape;1582;p44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583" name="Google Shape;1583;p44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44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585" name="Google Shape;1585;p44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44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587" name="Google Shape;1587;p44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1588" name="Google Shape;1588;p44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9" name="Google Shape;1589;p44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0" name="Google Shape;1590;p44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1" name="Google Shape;1591;p44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592" name="Google Shape;1592;p44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1593" name="Google Shape;1593;p44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1594" name="Google Shape;1594;p44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5" name="Google Shape;1595;p44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1596" name="Google Shape;1596;p44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1597" name="Google Shape;1597;p44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8" name="Google Shape;1598;p44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1599" name="Google Shape;1599;p44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00" name="Google Shape;1600;p44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1601" name="Google Shape;1601;p44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44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603" name="Google Shape;1603;p44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4" name="Google Shape;1604;p44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605" name="Google Shape;1605;p44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1606" name="Google Shape;1606;p44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7" name="Google Shape;1607;p44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8" name="Google Shape;1608;p44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609" name="Google Shape;1609;p44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1610" name="Google Shape;1610;p44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1" name="Google Shape;1611;p44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2" name="Google Shape;1612;p44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13" name="Google Shape;1613;p44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8" name="Google Shape;1618;p45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619" name="Google Shape;1619;p45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0" name="Google Shape;1620;p45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1" name="Google Shape;1621;p45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2" name="Google Shape;1622;p45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1623" name="Google Shape;1623;p45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1624" name="Google Shape;1624;p45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5" name="Google Shape;1625;p45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1626" name="Google Shape;1626;p45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1627" name="Google Shape;1627;p45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8" name="Google Shape;1628;p45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1629" name="Google Shape;1629;p45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0" name="Google Shape;1630;p45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1631" name="Google Shape;1631;p45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45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1633" name="Google Shape;1633;p45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45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45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45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45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45"/>
          <p:cNvSpPr txBox="1"/>
          <p:nvPr/>
        </p:nvSpPr>
        <p:spPr>
          <a:xfrm>
            <a:off x="2443175" y="575125"/>
            <a:ext cx="4434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45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40" name="Google Shape;1640;p45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641" name="Google Shape;1641;p45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2" name="Google Shape;1642;p45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3" name="Google Shape;1643;p45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4" name="Google Shape;1644;p45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45" name="Google Shape;1645;p45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45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647" name="Google Shape;1647;p45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8" name="Google Shape;1648;p45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1649" name="Google Shape;1649;p45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1650" name="Google Shape;1650;p45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1" name="Google Shape;1651;p45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2" name="Google Shape;1652;p45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3" name="Google Shape;1653;p45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1654" name="Google Shape;1654;p45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1655" name="Google Shape;1655;p45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1656" name="Google Shape;1656;p45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57" name="Google Shape;1657;p45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1658" name="Google Shape;1658;p45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1659" name="Google Shape;1659;p45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0" name="Google Shape;1660;p45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1661" name="Google Shape;1661;p45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62" name="Google Shape;1662;p45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1663" name="Google Shape;1663;p45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45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45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1666" name="Google Shape;1666;p45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1667" name="Google Shape;1667;p45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8" name="Google Shape;1668;p45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9" name="Google Shape;1669;p45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1670" name="Google Shape;1670;p45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1671" name="Google Shape;1671;p45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45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3" name="Google Shape;1673;p45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1674" name="Google Shape;1674;p45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5" name="Google Shape;1675;p45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/>
          </a:p>
        </p:txBody>
      </p:sp>
      <p:grpSp>
        <p:nvGrpSpPr>
          <p:cNvPr id="1676" name="Google Shape;1676;p45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677" name="Google Shape;1677;p45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45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45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0" name="Google Shape;1680;p45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1" name="Google Shape;1681;p45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682" name="Google Shape;1682;p45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45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45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5" name="Google Shape;1685;p45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86" name="Google Shape;1686;p45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p45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688" name="Google Shape;1688;p45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9" name="Google Shape;1689;p45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690" name="Google Shape;1690;p45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1691" name="Google Shape;1691;p45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45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45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4" name="Google Shape;1694;p45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695" name="Google Shape;1695;p45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1696" name="Google Shape;1696;p45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1697" name="Google Shape;1697;p45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98" name="Google Shape;1698;p45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1699" name="Google Shape;1699;p45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1700" name="Google Shape;1700;p45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1" name="Google Shape;1701;p45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1702" name="Google Shape;1702;p45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03" name="Google Shape;1703;p45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1704" name="Google Shape;1704;p45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p45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706" name="Google Shape;1706;p45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p45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708" name="Google Shape;1708;p45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1709" name="Google Shape;1709;p45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0" name="Google Shape;1710;p45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1" name="Google Shape;1711;p45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712" name="Google Shape;1712;p45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1713" name="Google Shape;1713;p45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45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5" name="Google Shape;1715;p45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16" name="Google Shape;1716;p45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p45"/>
          <p:cNvSpPr txBox="1"/>
          <p:nvPr/>
        </p:nvSpPr>
        <p:spPr>
          <a:xfrm>
            <a:off x="2586550" y="1628950"/>
            <a:ext cx="5992500" cy="29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2100"/>
              <a:buFont typeface="Calibri"/>
              <a:buChar char="-"/>
            </a:pPr>
            <a:r>
              <a:rPr lang="en-GB" sz="21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Drop Columns: track_id, artists, album_name, track_name, time_</a:t>
            </a:r>
            <a:r>
              <a:rPr lang="en-GB" sz="21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signature</a:t>
            </a:r>
            <a:endParaRPr sz="21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2100"/>
              <a:buFont typeface="Calibri"/>
              <a:buChar char="-"/>
            </a:pPr>
            <a:r>
              <a:rPr lang="en-GB" sz="21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Scaler: Min-max scaler</a:t>
            </a:r>
            <a:endParaRPr sz="21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2100"/>
              <a:buFont typeface="Calibri"/>
              <a:buChar char="-"/>
            </a:pPr>
            <a:r>
              <a:rPr lang="en-GB" sz="21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Transformation</a:t>
            </a:r>
            <a:r>
              <a:rPr lang="en-GB" sz="21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: yeo-johnson</a:t>
            </a:r>
            <a:endParaRPr sz="21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2" name="Google Shape;1722;p46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1723" name="Google Shape;1723;p46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1724" name="Google Shape;1724;p46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5" name="Google Shape;1725;p46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1726" name="Google Shape;1726;p46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1727" name="Google Shape;1727;p46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8" name="Google Shape;1728;p46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1729" name="Google Shape;1729;p46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46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1731" name="Google Shape;1731;p46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2" name="Google Shape;1732;p46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1733" name="Google Shape;1733;p46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4" name="Google Shape;1734;p46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46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6" name="Google Shape;1736;p46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7" name="Google Shape;1737;p46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8" name="Google Shape;173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6100" y="2763150"/>
            <a:ext cx="5094826" cy="19952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9" name="Google Shape;1739;p46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740" name="Google Shape;1740;p46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46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46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3" name="Google Shape;1743;p46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44" name="Google Shape;1744;p46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745" name="Google Shape;1745;p46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46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46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8" name="Google Shape;1748;p46">
            <a:hlinkClick action="ppaction://hlinksldjump" r:id="rId4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49" name="Google Shape;1749;p46">
            <a:hlinkClick action="ppaction://hlinksldjump" r:id="rId5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0" name="Google Shape;1750;p46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751" name="Google Shape;1751;p46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2" name="Google Shape;1752;p46">
            <a:hlinkClick action="ppaction://hlinksldjump" r:id="rId6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1753" name="Google Shape;1753;p46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1754" name="Google Shape;1754;p46">
              <a:hlinkClick action="ppaction://hlinksldjump" r:id="rId7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5" name="Google Shape;1755;p46">
              <a:hlinkClick action="ppaction://hlinksldjump" r:id="rId8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6" name="Google Shape;1756;p46">
              <a:hlinkClick action="ppaction://hlinksldjump" r:id="rId9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7" name="Google Shape;1757;p46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1758" name="Google Shape;1758;p46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1759" name="Google Shape;1759;p46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1760" name="Google Shape;1760;p46">
              <a:hlinkClick/>
            </p:cNvPr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1" name="Google Shape;1761;p46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1762" name="Google Shape;1762;p46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1763" name="Google Shape;1763;p46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4" name="Google Shape;1764;p46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1765" name="Google Shape;1765;p46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66" name="Google Shape;1766;p46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1767" name="Google Shape;1767;p46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8" name="Google Shape;1768;p46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p46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1770" name="Google Shape;1770;p46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1771" name="Google Shape;1771;p46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2" name="Google Shape;1772;p46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3" name="Google Shape;1773;p46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1774" name="Google Shape;1774;p46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1775" name="Google Shape;1775;p46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6" name="Google Shape;1776;p46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7" name="Google Shape;1777;p46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1778" name="Google Shape;1778;p46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p46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/>
          </a:p>
        </p:txBody>
      </p:sp>
      <p:grpSp>
        <p:nvGrpSpPr>
          <p:cNvPr id="1780" name="Google Shape;1780;p46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781" name="Google Shape;1781;p46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2" name="Google Shape;1782;p46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3" name="Google Shape;1783;p46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4" name="Google Shape;1784;p46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85" name="Google Shape;1785;p46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786" name="Google Shape;1786;p46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7" name="Google Shape;1787;p46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8" name="Google Shape;1788;p46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9" name="Google Shape;1789;p46">
            <a:hlinkClick action="ppaction://hlinksldjump" r:id="rId11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90" name="Google Shape;1790;p46">
            <a:hlinkClick action="ppaction://hlinksldjump" r:id="rId12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1" name="Google Shape;1791;p46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792" name="Google Shape;1792;p46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3" name="Google Shape;1793;p46">
            <a:hlinkClick action="ppaction://hlinksldjump" r:id="rId13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794" name="Google Shape;1794;p46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1795" name="Google Shape;1795;p46">
              <a:hlinkClick action="ppaction://hlinksldjump" r:id="rId14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6" name="Google Shape;1796;p46">
              <a:hlinkClick action="ppaction://hlinksldjump" r:id="rId15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7" name="Google Shape;1797;p46">
              <a:hlinkClick action="ppaction://hlinksldjump" r:id="rId16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98" name="Google Shape;1798;p46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799" name="Google Shape;1799;p46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1800" name="Google Shape;1800;p46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1801" name="Google Shape;1801;p46">
              <a:hlinkClick/>
            </p:cNvPr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02" name="Google Shape;1802;p46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1803" name="Google Shape;1803;p46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1804" name="Google Shape;1804;p46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5" name="Google Shape;1805;p46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1806" name="Google Shape;1806;p46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07" name="Google Shape;1807;p46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1808" name="Google Shape;1808;p46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9" name="Google Shape;1809;p46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810" name="Google Shape;1810;p46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1" name="Google Shape;1811;p46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812" name="Google Shape;1812;p46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1813" name="Google Shape;1813;p46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4" name="Google Shape;1814;p46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5" name="Google Shape;1815;p46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816" name="Google Shape;1816;p46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1817" name="Google Shape;1817;p46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8" name="Google Shape;1818;p46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9" name="Google Shape;1819;p46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820" name="Google Shape;1820;p46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1" name="Google Shape;1821;p46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576225" y="525000"/>
            <a:ext cx="5094823" cy="1995251"/>
          </a:xfrm>
          <a:prstGeom prst="rect">
            <a:avLst/>
          </a:prstGeom>
          <a:noFill/>
          <a:ln>
            <a:noFill/>
          </a:ln>
        </p:spPr>
      </p:pic>
      <p:sp>
        <p:nvSpPr>
          <p:cNvPr id="1822" name="Google Shape;1822;p46"/>
          <p:cNvSpPr txBox="1"/>
          <p:nvPr/>
        </p:nvSpPr>
        <p:spPr>
          <a:xfrm>
            <a:off x="2816000" y="599600"/>
            <a:ext cx="404700" cy="19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sz="21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46"/>
          <p:cNvSpPr txBox="1"/>
          <p:nvPr/>
        </p:nvSpPr>
        <p:spPr>
          <a:xfrm>
            <a:off x="2816000" y="2817325"/>
            <a:ext cx="404700" cy="19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sz="21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8" name="Google Shape;1828;p47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1829" name="Google Shape;1829;p47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1830" name="Google Shape;1830;p47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31" name="Google Shape;1831;p47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1832" name="Google Shape;1832;p47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1833" name="Google Shape;1833;p47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34" name="Google Shape;1834;p47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1835" name="Google Shape;1835;p47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47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1837" name="Google Shape;1837;p47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p47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1839" name="Google Shape;1839;p47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47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1" name="Google Shape;1841;p47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2" name="Google Shape;1842;p47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p47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47"/>
          <p:cNvSpPr txBox="1"/>
          <p:nvPr/>
        </p:nvSpPr>
        <p:spPr>
          <a:xfrm>
            <a:off x="2749825" y="754875"/>
            <a:ext cx="4544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rgbClr val="1ED760"/>
                </a:solidFill>
                <a:latin typeface="Poppins"/>
                <a:ea typeface="Poppins"/>
                <a:cs typeface="Poppins"/>
                <a:sym typeface="Poppins"/>
              </a:rPr>
              <a:t>Track Genre Binning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5" name="Google Shape;1845;p47"/>
          <p:cNvSpPr txBox="1"/>
          <p:nvPr/>
        </p:nvSpPr>
        <p:spPr>
          <a:xfrm>
            <a:off x="2871525" y="1759950"/>
            <a:ext cx="45441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B4B5B2"/>
                </a:solidFill>
                <a:latin typeface="Poppins"/>
                <a:ea typeface="Poppins"/>
                <a:cs typeface="Poppins"/>
                <a:sym typeface="Poppins"/>
              </a:rPr>
              <a:t>Type 1 - Electronic and Dance</a:t>
            </a:r>
            <a:endParaRPr sz="1200">
              <a:solidFill>
                <a:srgbClr val="B4B5B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B4B5B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B4B5B2"/>
                </a:solidFill>
                <a:latin typeface="Poppins"/>
                <a:ea typeface="Poppins"/>
                <a:cs typeface="Poppins"/>
                <a:sym typeface="Poppins"/>
              </a:rPr>
              <a:t>Type 2 - Rock, Alternative and Metal</a:t>
            </a:r>
            <a:endParaRPr sz="1200">
              <a:solidFill>
                <a:srgbClr val="B4B5B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B4B5B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B4B5B2"/>
                </a:solidFill>
                <a:latin typeface="Poppins"/>
                <a:ea typeface="Poppins"/>
                <a:cs typeface="Poppins"/>
                <a:sym typeface="Poppins"/>
              </a:rPr>
              <a:t>Type 3 - Pop, Urban and Mainstream</a:t>
            </a:r>
            <a:endParaRPr sz="1200">
              <a:solidFill>
                <a:srgbClr val="B4B5B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B4B5B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B4B5B2"/>
                </a:solidFill>
                <a:latin typeface="Poppins"/>
                <a:ea typeface="Poppins"/>
                <a:cs typeface="Poppins"/>
                <a:sym typeface="Poppins"/>
              </a:rPr>
              <a:t>Type 4 - Classical, Instrumental and Chill</a:t>
            </a:r>
            <a:endParaRPr sz="1200">
              <a:solidFill>
                <a:srgbClr val="B4B5B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B4B5B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B4B5B2"/>
                </a:solidFill>
                <a:latin typeface="Poppins"/>
                <a:ea typeface="Poppins"/>
                <a:cs typeface="Poppins"/>
                <a:sym typeface="Poppins"/>
              </a:rPr>
              <a:t>Type 5 - World, Traditional, Folk, Media and Niche</a:t>
            </a:r>
            <a:endParaRPr sz="1200">
              <a:solidFill>
                <a:srgbClr val="B4B5B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846" name="Google Shape;1846;p47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847" name="Google Shape;1847;p47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8" name="Google Shape;1848;p47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9" name="Google Shape;1849;p47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0" name="Google Shape;1850;p47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51" name="Google Shape;1851;p47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852" name="Google Shape;1852;p47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3" name="Google Shape;1853;p47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4" name="Google Shape;1854;p47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5" name="Google Shape;1855;p47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856" name="Google Shape;1856;p47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" name="Google Shape;1857;p47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858" name="Google Shape;1858;p47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" name="Google Shape;1859;p47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1860" name="Google Shape;1860;p47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1861" name="Google Shape;1861;p47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2" name="Google Shape;1862;p47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3" name="Google Shape;1863;p47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4" name="Google Shape;1864;p47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1865" name="Google Shape;1865;p47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1866" name="Google Shape;1866;p47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1867" name="Google Shape;1867;p47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68" name="Google Shape;1868;p47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1869" name="Google Shape;1869;p47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1870" name="Google Shape;1870;p47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1" name="Google Shape;1871;p47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1872" name="Google Shape;1872;p47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73" name="Google Shape;1873;p47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1874" name="Google Shape;1874;p47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5" name="Google Shape;1875;p47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6" name="Google Shape;1876;p47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1877" name="Google Shape;1877;p47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1878" name="Google Shape;1878;p47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9" name="Google Shape;1879;p47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0" name="Google Shape;1880;p47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1881" name="Google Shape;1881;p47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1882" name="Google Shape;1882;p47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3" name="Google Shape;1883;p47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4" name="Google Shape;1884;p47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1885" name="Google Shape;1885;p47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6" name="Google Shape;1886;p47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/>
          </a:p>
        </p:txBody>
      </p:sp>
      <p:grpSp>
        <p:nvGrpSpPr>
          <p:cNvPr id="1887" name="Google Shape;1887;p47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888" name="Google Shape;1888;p47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9" name="Google Shape;1889;p47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0" name="Google Shape;1890;p47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1" name="Google Shape;1891;p47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92" name="Google Shape;1892;p47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893" name="Google Shape;1893;p47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4" name="Google Shape;1894;p47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5" name="Google Shape;1895;p47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6" name="Google Shape;1896;p47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897" name="Google Shape;1897;p47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8" name="Google Shape;1898;p47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899" name="Google Shape;1899;p47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0" name="Google Shape;1900;p47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901" name="Google Shape;1901;p47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1902" name="Google Shape;1902;p47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3" name="Google Shape;1903;p47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4" name="Google Shape;1904;p47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5" name="Google Shape;1905;p47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906" name="Google Shape;1906;p47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1907" name="Google Shape;1907;p47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1908" name="Google Shape;1908;p47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09" name="Google Shape;1909;p47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1910" name="Google Shape;1910;p47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1911" name="Google Shape;1911;p47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2" name="Google Shape;1912;p47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1913" name="Google Shape;1913;p47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14" name="Google Shape;1914;p47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1915" name="Google Shape;1915;p47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6" name="Google Shape;1916;p47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917" name="Google Shape;1917;p47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8" name="Google Shape;1918;p47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919" name="Google Shape;1919;p47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1920" name="Google Shape;1920;p47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1" name="Google Shape;1921;p47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22" name="Google Shape;1922;p47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1923" name="Google Shape;1923;p47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1924" name="Google Shape;1924;p47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5" name="Google Shape;1925;p47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26" name="Google Shape;1926;p47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27" name="Google Shape;1927;p47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2" name="Google Shape;193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86550"/>
            <a:ext cx="8839202" cy="885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3" name="Google Shape;1933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774228"/>
            <a:ext cx="8839200" cy="1242169"/>
          </a:xfrm>
          <a:prstGeom prst="rect">
            <a:avLst/>
          </a:prstGeom>
          <a:noFill/>
          <a:ln>
            <a:noFill/>
          </a:ln>
        </p:spPr>
      </p:pic>
      <p:sp>
        <p:nvSpPr>
          <p:cNvPr id="1934" name="Google Shape;1934;p48"/>
          <p:cNvSpPr txBox="1"/>
          <p:nvPr/>
        </p:nvSpPr>
        <p:spPr>
          <a:xfrm>
            <a:off x="596950" y="717163"/>
            <a:ext cx="4434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Final Data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9" name="Google Shape;1939;p49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940" name="Google Shape;1940;p49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1" name="Google Shape;1941;p49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2" name="Google Shape;1942;p49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3" name="Google Shape;1943;p49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1944" name="Google Shape;1944;p49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1945" name="Google Shape;1945;p49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6" name="Google Shape;1946;p49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1947" name="Google Shape;1947;p49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1948" name="Google Shape;1948;p49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9" name="Google Shape;1949;p49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1950" name="Google Shape;1950;p49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1" name="Google Shape;1951;p49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1952" name="Google Shape;1952;p49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3" name="Google Shape;1953;p49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1954" name="Google Shape;1954;p49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p49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6" name="Google Shape;1956;p49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7" name="Google Shape;1957;p49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8" name="Google Shape;1958;p49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49"/>
          <p:cNvSpPr txBox="1"/>
          <p:nvPr/>
        </p:nvSpPr>
        <p:spPr>
          <a:xfrm>
            <a:off x="3020600" y="2055975"/>
            <a:ext cx="4434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0" name="Google Shape;1960;p49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61" name="Google Shape;1961;p49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962" name="Google Shape;1962;p49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3" name="Google Shape;1963;p49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4" name="Google Shape;1964;p49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5" name="Google Shape;1965;p49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66" name="Google Shape;1966;p49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7" name="Google Shape;1967;p49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968" name="Google Shape;1968;p49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9" name="Google Shape;1969;p49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1970" name="Google Shape;1970;p49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1971" name="Google Shape;1971;p49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2" name="Google Shape;1972;p49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3" name="Google Shape;1973;p49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4" name="Google Shape;1974;p49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1975" name="Google Shape;1975;p49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1976" name="Google Shape;1976;p49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1977" name="Google Shape;1977;p49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78" name="Google Shape;1978;p49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1979" name="Google Shape;1979;p49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1980" name="Google Shape;1980;p49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1" name="Google Shape;1981;p49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1982" name="Google Shape;1982;p49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83" name="Google Shape;1983;p49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1984" name="Google Shape;1984;p49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5" name="Google Shape;1985;p49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1986" name="Google Shape;1986;p49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7" name="Google Shape;1987;p49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1988" name="Google Shape;1988;p49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1989" name="Google Shape;1989;p49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0" name="Google Shape;1990;p49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1" name="Google Shape;1991;p49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1992" name="Google Shape;1992;p49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1993" name="Google Shape;1993;p49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4" name="Google Shape;1994;p49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5" name="Google Shape;1995;p49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1996" name="Google Shape;1996;p49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97" name="Google Shape;1997;p49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1998" name="Google Shape;1998;p49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9" name="Google Shape;1999;p49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0" name="Google Shape;2000;p49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1" name="Google Shape;2001;p49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02" name="Google Shape;2002;p49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003" name="Google Shape;2003;p49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4" name="Google Shape;2004;p49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5" name="Google Shape;2005;p49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6" name="Google Shape;2006;p49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07" name="Google Shape;2007;p49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8" name="Google Shape;2008;p49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009" name="Google Shape;2009;p49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Google Shape;2010;p49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011" name="Google Shape;2011;p49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2012" name="Google Shape;2012;p49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3" name="Google Shape;2013;p49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4" name="Google Shape;2014;p49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5" name="Google Shape;2015;p49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016" name="Google Shape;2016;p49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2017" name="Google Shape;2017;p49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2018" name="Google Shape;2018;p49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19" name="Google Shape;2019;p49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2020" name="Google Shape;2020;p49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2021" name="Google Shape;2021;p49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2" name="Google Shape;2022;p49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2023" name="Google Shape;2023;p49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24" name="Google Shape;2024;p49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025" name="Google Shape;2025;p49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6" name="Google Shape;2026;p49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2027" name="Google Shape;2027;p49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8" name="Google Shape;2028;p49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029" name="Google Shape;2029;p49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2030" name="Google Shape;2030;p49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1" name="Google Shape;2031;p49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2" name="Google Shape;2032;p49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033" name="Google Shape;2033;p49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2034" name="Google Shape;2034;p49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5" name="Google Shape;2035;p49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6" name="Google Shape;2036;p49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37" name="Google Shape;2037;p49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2" name="Google Shape;2042;p50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043" name="Google Shape;2043;p50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4" name="Google Shape;2044;p50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5" name="Google Shape;2045;p50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6" name="Google Shape;2046;p50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2047" name="Google Shape;2047;p50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2048" name="Google Shape;2048;p50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9" name="Google Shape;2049;p50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2050" name="Google Shape;2050;p50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2051" name="Google Shape;2051;p50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2" name="Google Shape;2052;p50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2053" name="Google Shape;2053;p50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4" name="Google Shape;2054;p50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2055" name="Google Shape;2055;p50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6" name="Google Shape;2056;p50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2057" name="Google Shape;2057;p50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8" name="Google Shape;2058;p50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9" name="Google Shape;2059;p50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0" name="Google Shape;2060;p50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1" name="Google Shape;2061;p50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2" name="Google Shape;2062;p50"/>
          <p:cNvSpPr txBox="1"/>
          <p:nvPr/>
        </p:nvSpPr>
        <p:spPr>
          <a:xfrm>
            <a:off x="2973275" y="703263"/>
            <a:ext cx="4434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Four Models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3" name="Google Shape;2063;p50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64" name="Google Shape;2064;p50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065" name="Google Shape;2065;p50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6" name="Google Shape;2066;p50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7" name="Google Shape;2067;p50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8" name="Google Shape;2068;p50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69" name="Google Shape;2069;p50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0" name="Google Shape;2070;p50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071" name="Google Shape;2071;p50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2" name="Google Shape;2072;p50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2073" name="Google Shape;2073;p50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2074" name="Google Shape;2074;p50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5" name="Google Shape;2075;p50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6" name="Google Shape;2076;p50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7" name="Google Shape;2077;p50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2078" name="Google Shape;2078;p50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2079" name="Google Shape;2079;p50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2080" name="Google Shape;2080;p50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81" name="Google Shape;2081;p50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2082" name="Google Shape;2082;p50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2083" name="Google Shape;2083;p50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4" name="Google Shape;2084;p50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2085" name="Google Shape;2085;p50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86" name="Google Shape;2086;p50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087" name="Google Shape;2087;p50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8" name="Google Shape;2088;p50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2089" name="Google Shape;2089;p50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0" name="Google Shape;2090;p50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2091" name="Google Shape;2091;p50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2092" name="Google Shape;2092;p50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3" name="Google Shape;2093;p50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4" name="Google Shape;2094;p50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2095" name="Google Shape;2095;p50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2096" name="Google Shape;2096;p50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7" name="Google Shape;2097;p50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8" name="Google Shape;2098;p50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2099" name="Google Shape;2099;p50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0" name="Google Shape;2100;p50"/>
          <p:cNvSpPr txBox="1"/>
          <p:nvPr/>
        </p:nvSpPr>
        <p:spPr>
          <a:xfrm>
            <a:off x="2871525" y="1759950"/>
            <a:ext cx="4949700" cy="24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2700"/>
              <a:buFont typeface="Open Sans"/>
              <a:buChar char="-"/>
            </a:pPr>
            <a:r>
              <a:rPr lang="en-GB" sz="27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Decision Tree</a:t>
            </a:r>
            <a:endParaRPr sz="27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2700"/>
              <a:buFont typeface="Open Sans"/>
              <a:buChar char="-"/>
            </a:pPr>
            <a:r>
              <a:rPr lang="en-GB" sz="27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Random Forest</a:t>
            </a:r>
            <a:endParaRPr sz="27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2700"/>
              <a:buFont typeface="Open Sans"/>
              <a:buChar char="-"/>
            </a:pPr>
            <a:r>
              <a:rPr lang="en-GB" sz="27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Gradient Boosted Tree</a:t>
            </a:r>
            <a:endParaRPr sz="27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2700"/>
              <a:buFont typeface="Open Sans"/>
              <a:buChar char="-"/>
            </a:pPr>
            <a:r>
              <a:rPr lang="en-GB" sz="27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Ensemble Learning</a:t>
            </a:r>
            <a:endParaRPr sz="27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101" name="Google Shape;2101;p50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102" name="Google Shape;2102;p50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3" name="Google Shape;2103;p50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4" name="Google Shape;2104;p50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5" name="Google Shape;2105;p50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06" name="Google Shape;2106;p50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107" name="Google Shape;2107;p50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8" name="Google Shape;2108;p50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9" name="Google Shape;2109;p50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0" name="Google Shape;2110;p50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111" name="Google Shape;2111;p50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2" name="Google Shape;2112;p50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113" name="Google Shape;2113;p50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4" name="Google Shape;2114;p50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115" name="Google Shape;2115;p50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2116" name="Google Shape;2116;p50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7" name="Google Shape;2117;p50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8" name="Google Shape;2118;p50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9" name="Google Shape;2119;p50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120" name="Google Shape;2120;p50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2121" name="Google Shape;2121;p50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2122" name="Google Shape;2122;p50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23" name="Google Shape;2123;p50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2124" name="Google Shape;2124;p50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2125" name="Google Shape;2125;p50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6" name="Google Shape;2126;p50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2127" name="Google Shape;2127;p50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28" name="Google Shape;2128;p50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129" name="Google Shape;2129;p50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0" name="Google Shape;2130;p50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2131" name="Google Shape;2131;p50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2" name="Google Shape;2132;p50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133" name="Google Shape;2133;p50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2134" name="Google Shape;2134;p50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5" name="Google Shape;2135;p50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6" name="Google Shape;2136;p50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137" name="Google Shape;2137;p50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2138" name="Google Shape;2138;p50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9" name="Google Shape;2139;p50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0" name="Google Shape;2140;p50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141" name="Google Shape;2141;p50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2145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6" name="Google Shape;2146;p51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147" name="Google Shape;2147;p51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8" name="Google Shape;2148;p51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9" name="Google Shape;2149;p51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0" name="Google Shape;2150;p51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2151" name="Google Shape;2151;p51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2152" name="Google Shape;2152;p51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3" name="Google Shape;2153;p51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2154" name="Google Shape;2154;p51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2155" name="Google Shape;2155;p51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6" name="Google Shape;2156;p51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2157" name="Google Shape;2157;p51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8" name="Google Shape;2158;p51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2159" name="Google Shape;2159;p51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0" name="Google Shape;2160;p51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2161" name="Google Shape;2161;p51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2" name="Google Shape;2162;p51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3" name="Google Shape;2163;p51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4" name="Google Shape;2164;p51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5" name="Google Shape;2165;p51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6" name="Google Shape;2166;p51"/>
          <p:cNvSpPr txBox="1"/>
          <p:nvPr/>
        </p:nvSpPr>
        <p:spPr>
          <a:xfrm>
            <a:off x="2973275" y="703263"/>
            <a:ext cx="4434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First Attempt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7" name="Google Shape;2167;p51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68" name="Google Shape;2168;p51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169" name="Google Shape;2169;p51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0" name="Google Shape;2170;p51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1" name="Google Shape;2171;p51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72" name="Google Shape;2172;p51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173" name="Google Shape;2173;p51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4" name="Google Shape;2174;p51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175" name="Google Shape;2175;p51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6" name="Google Shape;2176;p51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2177" name="Google Shape;2177;p51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2178" name="Google Shape;2178;p51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9" name="Google Shape;2179;p51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0" name="Google Shape;2180;p51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1" name="Google Shape;2181;p51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2182" name="Google Shape;2182;p51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2183" name="Google Shape;2183;p51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2184" name="Google Shape;2184;p51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85" name="Google Shape;2185;p51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2186" name="Google Shape;2186;p51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2187" name="Google Shape;2187;p51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8" name="Google Shape;2188;p51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2189" name="Google Shape;2189;p51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90" name="Google Shape;2190;p51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191" name="Google Shape;2191;p51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2" name="Google Shape;2192;p51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2193" name="Google Shape;2193;p51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4" name="Google Shape;2194;p51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2195" name="Google Shape;2195;p51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2196" name="Google Shape;2196;p51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7" name="Google Shape;2197;p51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98" name="Google Shape;2198;p51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2199" name="Google Shape;2199;p51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2200" name="Google Shape;2200;p51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1" name="Google Shape;2201;p51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2" name="Google Shape;2202;p51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2203" name="Google Shape;2203;p51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4" name="Google Shape;2204;p51"/>
          <p:cNvSpPr txBox="1"/>
          <p:nvPr/>
        </p:nvSpPr>
        <p:spPr>
          <a:xfrm>
            <a:off x="2871525" y="1759950"/>
            <a:ext cx="5687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2700"/>
              <a:buFont typeface="Open Sans"/>
              <a:buChar char="-"/>
            </a:pPr>
            <a:r>
              <a:rPr lang="en-GB" sz="27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Regression Models</a:t>
            </a:r>
            <a:endParaRPr sz="27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2700"/>
              <a:buFont typeface="Open Sans"/>
              <a:buChar char="-"/>
            </a:pPr>
            <a:r>
              <a:rPr lang="en-GB" sz="27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Poor Performance (~0.25 R^2)</a:t>
            </a:r>
            <a:endParaRPr sz="27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2700"/>
              <a:buFont typeface="Open Sans"/>
              <a:buChar char="-"/>
            </a:pPr>
            <a:r>
              <a:rPr lang="en-GB" sz="27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Needed to Find Solution</a:t>
            </a:r>
            <a:endParaRPr sz="27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205" name="Google Shape;2205;p51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206" name="Google Shape;2206;p51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7" name="Google Shape;2207;p51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8" name="Google Shape;2208;p51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9" name="Google Shape;2209;p51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0" name="Google Shape;2210;p51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211" name="Google Shape;2211;p51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2" name="Google Shape;2212;p51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3" name="Google Shape;2213;p51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14" name="Google Shape;2214;p51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215" name="Google Shape;2215;p51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6" name="Google Shape;2216;p51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217" name="Google Shape;2217;p51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8" name="Google Shape;2218;p51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219" name="Google Shape;2219;p51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2220" name="Google Shape;2220;p51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1" name="Google Shape;2221;p51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2" name="Google Shape;2222;p51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3" name="Google Shape;2223;p51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224" name="Google Shape;2224;p51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2225" name="Google Shape;2225;p51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2226" name="Google Shape;2226;p51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27" name="Google Shape;2227;p51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2228" name="Google Shape;2228;p51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2229" name="Google Shape;2229;p51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30" name="Google Shape;2230;p51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2231" name="Google Shape;2231;p51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32" name="Google Shape;2232;p51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233" name="Google Shape;2233;p51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4" name="Google Shape;2234;p51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2235" name="Google Shape;2235;p51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6" name="Google Shape;2236;p51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237" name="Google Shape;2237;p51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2238" name="Google Shape;2238;p51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9" name="Google Shape;2239;p51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0" name="Google Shape;2240;p51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241" name="Google Shape;2241;p51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2242" name="Google Shape;2242;p51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3" name="Google Shape;2243;p51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4" name="Google Shape;2244;p51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245" name="Google Shape;2245;p51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2249" name="Shape 2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0" name="Google Shape;2250;p52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251" name="Google Shape;2251;p52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2" name="Google Shape;2252;p52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3" name="Google Shape;2253;p52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4" name="Google Shape;2254;p52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2255" name="Google Shape;2255;p52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2256" name="Google Shape;2256;p52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7" name="Google Shape;2257;p52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2258" name="Google Shape;2258;p52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2259" name="Google Shape;2259;p52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60" name="Google Shape;2260;p52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2261" name="Google Shape;2261;p52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2" name="Google Shape;2262;p52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2263" name="Google Shape;2263;p52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4" name="Google Shape;2264;p52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2265" name="Google Shape;2265;p52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6" name="Google Shape;2266;p52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7" name="Google Shape;2267;p52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8" name="Google Shape;2268;p52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9" name="Google Shape;2269;p52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0" name="Google Shape;2270;p52"/>
          <p:cNvSpPr txBox="1"/>
          <p:nvPr/>
        </p:nvSpPr>
        <p:spPr>
          <a:xfrm>
            <a:off x="2973275" y="703263"/>
            <a:ext cx="4434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Solution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1" name="Google Shape;2271;p52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72" name="Google Shape;2272;p52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273" name="Google Shape;2273;p52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4" name="Google Shape;2274;p52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5" name="Google Shape;2275;p52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6" name="Google Shape;2276;p52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277" name="Google Shape;2277;p52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8" name="Google Shape;2278;p52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279" name="Google Shape;2279;p52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0" name="Google Shape;2280;p52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2281" name="Google Shape;2281;p52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2282" name="Google Shape;2282;p52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3" name="Google Shape;2283;p52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4" name="Google Shape;2284;p52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5" name="Google Shape;2285;p52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2286" name="Google Shape;2286;p52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2287" name="Google Shape;2287;p52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2288" name="Google Shape;2288;p52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89" name="Google Shape;2289;p52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2290" name="Google Shape;2290;p52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2291" name="Google Shape;2291;p52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2" name="Google Shape;2292;p52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2293" name="Google Shape;2293;p52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94" name="Google Shape;2294;p52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295" name="Google Shape;2295;p52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6" name="Google Shape;2296;p52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2297" name="Google Shape;2297;p52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8" name="Google Shape;2298;p52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2299" name="Google Shape;2299;p52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2300" name="Google Shape;2300;p52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1" name="Google Shape;2301;p52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02" name="Google Shape;2302;p52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2303" name="Google Shape;2303;p52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2304" name="Google Shape;2304;p52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5" name="Google Shape;2305;p52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06" name="Google Shape;2306;p52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2307" name="Google Shape;2307;p52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8" name="Google Shape;2308;p52"/>
          <p:cNvSpPr txBox="1"/>
          <p:nvPr/>
        </p:nvSpPr>
        <p:spPr>
          <a:xfrm>
            <a:off x="2871525" y="1683750"/>
            <a:ext cx="49497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2700"/>
              <a:buFont typeface="Open Sans"/>
              <a:buChar char="-"/>
            </a:pPr>
            <a:r>
              <a:rPr lang="en-GB" sz="27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Create Popularity Flag</a:t>
            </a:r>
            <a:endParaRPr sz="27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2700"/>
              <a:buFont typeface="Open Sans"/>
              <a:buChar char="-"/>
            </a:pPr>
            <a:r>
              <a:rPr lang="en-GB" sz="27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75th </a:t>
            </a:r>
            <a:r>
              <a:rPr lang="en-GB" sz="27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percentile and Above is Deemed Popular</a:t>
            </a:r>
            <a:endParaRPr sz="27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2700"/>
              <a:buFont typeface="Open Sans"/>
              <a:buChar char="-"/>
            </a:pPr>
            <a:r>
              <a:rPr lang="en-GB" sz="27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Poor Recall Score </a:t>
            </a:r>
            <a:endParaRPr sz="27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2700"/>
              <a:buFont typeface="Open Sans"/>
              <a:buChar char="-"/>
            </a:pPr>
            <a:r>
              <a:rPr lang="en-GB" sz="27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Undersample Larger Set</a:t>
            </a:r>
            <a:endParaRPr sz="27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309" name="Google Shape;2309;p52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310" name="Google Shape;2310;p52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1" name="Google Shape;2311;p52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2" name="Google Shape;2312;p52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3" name="Google Shape;2313;p52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14" name="Google Shape;2314;p52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315" name="Google Shape;2315;p52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6" name="Google Shape;2316;p52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7" name="Google Shape;2317;p52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8" name="Google Shape;2318;p52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319" name="Google Shape;2319;p52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0" name="Google Shape;2320;p52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321" name="Google Shape;2321;p52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2" name="Google Shape;2322;p52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323" name="Google Shape;2323;p52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2324" name="Google Shape;2324;p52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5" name="Google Shape;2325;p52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6" name="Google Shape;2326;p52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7" name="Google Shape;2327;p52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328" name="Google Shape;2328;p52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2329" name="Google Shape;2329;p52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2330" name="Google Shape;2330;p52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31" name="Google Shape;2331;p52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2332" name="Google Shape;2332;p52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2333" name="Google Shape;2333;p52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4" name="Google Shape;2334;p52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2335" name="Google Shape;2335;p52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36" name="Google Shape;2336;p52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337" name="Google Shape;2337;p52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8" name="Google Shape;2338;p52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2339" name="Google Shape;2339;p52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0" name="Google Shape;2340;p52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341" name="Google Shape;2341;p52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2342" name="Google Shape;2342;p52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3" name="Google Shape;2343;p52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4" name="Google Shape;2344;p52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345" name="Google Shape;2345;p52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2346" name="Google Shape;2346;p52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7" name="Google Shape;2347;p52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8" name="Google Shape;2348;p52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349" name="Google Shape;2349;p52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2353" name="Shape 2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4" name="Google Shape;2354;p53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355" name="Google Shape;2355;p53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6" name="Google Shape;2356;p53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7" name="Google Shape;2357;p53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8" name="Google Shape;2358;p53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2359" name="Google Shape;2359;p53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2360" name="Google Shape;2360;p53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61" name="Google Shape;2361;p53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2362" name="Google Shape;2362;p53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2363" name="Google Shape;2363;p53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64" name="Google Shape;2364;p53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2365" name="Google Shape;2365;p53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6" name="Google Shape;2366;p53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2367" name="Google Shape;2367;p53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8" name="Google Shape;2368;p53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2369" name="Google Shape;2369;p53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0" name="Google Shape;2370;p53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1" name="Google Shape;2371;p53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2" name="Google Shape;2372;p53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3" name="Google Shape;2373;p53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4" name="Google Shape;2374;p53"/>
          <p:cNvSpPr txBox="1"/>
          <p:nvPr/>
        </p:nvSpPr>
        <p:spPr>
          <a:xfrm>
            <a:off x="2703225" y="703263"/>
            <a:ext cx="5286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Decision Tree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5" name="Google Shape;2375;p53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76" name="Google Shape;2376;p53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377" name="Google Shape;2377;p53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8" name="Google Shape;2378;p53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9" name="Google Shape;2379;p53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80" name="Google Shape;2380;p53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381" name="Google Shape;2381;p53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2" name="Google Shape;2382;p53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383" name="Google Shape;2383;p53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4" name="Google Shape;2384;p53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2385" name="Google Shape;2385;p53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2386" name="Google Shape;2386;p53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7" name="Google Shape;2387;p53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8" name="Google Shape;2388;p53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89" name="Google Shape;2389;p53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2390" name="Google Shape;2390;p53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2391" name="Google Shape;2391;p53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2392" name="Google Shape;2392;p53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93" name="Google Shape;2393;p53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2394" name="Google Shape;2394;p53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2395" name="Google Shape;2395;p53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6" name="Google Shape;2396;p53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2397" name="Google Shape;2397;p53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98" name="Google Shape;2398;p53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399" name="Google Shape;2399;p53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0" name="Google Shape;2400;p53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2401" name="Google Shape;2401;p53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2" name="Google Shape;2402;p53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2403" name="Google Shape;2403;p53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2404" name="Google Shape;2404;p53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5" name="Google Shape;2405;p53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06" name="Google Shape;2406;p53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2407" name="Google Shape;2407;p53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2408" name="Google Shape;2408;p53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9" name="Google Shape;2409;p53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0" name="Google Shape;2410;p53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2411" name="Google Shape;2411;p53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2" name="Google Shape;2412;p53"/>
          <p:cNvSpPr txBox="1"/>
          <p:nvPr/>
        </p:nvSpPr>
        <p:spPr>
          <a:xfrm>
            <a:off x="2304325" y="1395975"/>
            <a:ext cx="67290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Hyperparameters</a:t>
            </a:r>
            <a:endParaRPr b="1" sz="23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Open Sans"/>
              <a:buChar char="-"/>
            </a:pPr>
            <a:r>
              <a:rPr lang="en-GB" sz="1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Criterion (gini, entropy)</a:t>
            </a:r>
            <a:endParaRPr sz="13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Open Sans"/>
              <a:buChar char="-"/>
            </a:pPr>
            <a:r>
              <a:rPr lang="en-GB" sz="1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Function to measure the quality of the split</a:t>
            </a:r>
            <a:endParaRPr sz="13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Open Sans"/>
              <a:buChar char="-"/>
            </a:pPr>
            <a:r>
              <a:rPr lang="en-GB" sz="1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Max_depth (3, 5)</a:t>
            </a:r>
            <a:endParaRPr sz="13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Open Sans"/>
              <a:buChar char="-"/>
            </a:pPr>
            <a:r>
              <a:rPr lang="en-GB" sz="1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Depth of each tree</a:t>
            </a:r>
            <a:endParaRPr sz="13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Open Sans"/>
              <a:buChar char="-"/>
            </a:pPr>
            <a:r>
              <a:rPr lang="en-GB" sz="1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Min_sample_split (2,5)</a:t>
            </a:r>
            <a:endParaRPr sz="13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Open Sans"/>
              <a:buChar char="-"/>
            </a:pPr>
            <a:r>
              <a:rPr lang="en-GB" sz="1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Minimum number of samples used to split a node</a:t>
            </a:r>
            <a:endParaRPr sz="13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Open Sans"/>
              <a:buChar char="-"/>
            </a:pPr>
            <a:r>
              <a:rPr lang="en-GB" sz="1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Min_sample_leaf (1,2)</a:t>
            </a:r>
            <a:endParaRPr sz="13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Open Sans"/>
              <a:buChar char="-"/>
            </a:pPr>
            <a:r>
              <a:rPr lang="en-GB" sz="1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Minimum amount of samples needed to be at a leaf node</a:t>
            </a:r>
            <a:endParaRPr sz="13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Open Sans"/>
              <a:buChar char="-"/>
            </a:pPr>
            <a:r>
              <a:rPr lang="en-GB" sz="1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Max_features (sqrt, log2)</a:t>
            </a:r>
            <a:endParaRPr sz="13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Open Sans"/>
              <a:buChar char="-"/>
            </a:pPr>
            <a:r>
              <a:rPr lang="en-GB" sz="1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Features to consider when looking for best split</a:t>
            </a:r>
            <a:endParaRPr sz="18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413" name="Google Shape;2413;p53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414" name="Google Shape;2414;p53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5" name="Google Shape;2415;p53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6" name="Google Shape;2416;p53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7" name="Google Shape;2417;p53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18" name="Google Shape;2418;p53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419" name="Google Shape;2419;p53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0" name="Google Shape;2420;p53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1" name="Google Shape;2421;p53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2" name="Google Shape;2422;p53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23" name="Google Shape;2423;p53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4" name="Google Shape;2424;p53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425" name="Google Shape;2425;p53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6" name="Google Shape;2426;p53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427" name="Google Shape;2427;p53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2428" name="Google Shape;2428;p53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9" name="Google Shape;2429;p53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0" name="Google Shape;2430;p53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1" name="Google Shape;2431;p53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432" name="Google Shape;2432;p53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2433" name="Google Shape;2433;p53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2434" name="Google Shape;2434;p53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35" name="Google Shape;2435;p53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2436" name="Google Shape;2436;p53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2437" name="Google Shape;2437;p53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8" name="Google Shape;2438;p53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2439" name="Google Shape;2439;p53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40" name="Google Shape;2440;p53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441" name="Google Shape;2441;p53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2" name="Google Shape;2442;p53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2443" name="Google Shape;2443;p53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4" name="Google Shape;2444;p53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445" name="Google Shape;2445;p53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2446" name="Google Shape;2446;p53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7" name="Google Shape;2447;p53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8" name="Google Shape;2448;p53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449" name="Google Shape;2449;p53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2450" name="Google Shape;2450;p53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1" name="Google Shape;2451;p53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2" name="Google Shape;2452;p53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53" name="Google Shape;2453;p53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2457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8" name="Google Shape;2458;p54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459" name="Google Shape;2459;p54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0" name="Google Shape;2460;p54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1" name="Google Shape;2461;p54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2" name="Google Shape;2462;p54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2463" name="Google Shape;2463;p54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2464" name="Google Shape;2464;p54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5" name="Google Shape;2465;p54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2466" name="Google Shape;2466;p54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2467" name="Google Shape;2467;p54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8" name="Google Shape;2468;p54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2469" name="Google Shape;2469;p54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0" name="Google Shape;2470;p54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2471" name="Google Shape;2471;p54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2" name="Google Shape;2472;p54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2473" name="Google Shape;2473;p54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4" name="Google Shape;2474;p54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5" name="Google Shape;2475;p54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6" name="Google Shape;2476;p54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7" name="Google Shape;2477;p54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8" name="Google Shape;2478;p54"/>
          <p:cNvSpPr txBox="1"/>
          <p:nvPr/>
        </p:nvSpPr>
        <p:spPr>
          <a:xfrm>
            <a:off x="2666625" y="666950"/>
            <a:ext cx="5286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Decision Tree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9" name="Google Shape;2479;p54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80" name="Google Shape;2480;p54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481" name="Google Shape;2481;p54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2" name="Google Shape;2482;p54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3" name="Google Shape;2483;p54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4" name="Google Shape;2484;p54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85" name="Google Shape;2485;p54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6" name="Google Shape;2486;p54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487" name="Google Shape;2487;p54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8" name="Google Shape;2488;p54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2489" name="Google Shape;2489;p54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2490" name="Google Shape;2490;p54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1" name="Google Shape;2491;p54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2" name="Google Shape;2492;p54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3" name="Google Shape;2493;p54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2494" name="Google Shape;2494;p54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2495" name="Google Shape;2495;p54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2496" name="Google Shape;2496;p54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97" name="Google Shape;2497;p54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2498" name="Google Shape;2498;p54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2499" name="Google Shape;2499;p54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0" name="Google Shape;2500;p54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2501" name="Google Shape;2501;p54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02" name="Google Shape;2502;p54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503" name="Google Shape;2503;p54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4" name="Google Shape;2504;p54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2505" name="Google Shape;2505;p54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6" name="Google Shape;2506;p54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2507" name="Google Shape;2507;p54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2508" name="Google Shape;2508;p54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9" name="Google Shape;2509;p54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0" name="Google Shape;2510;p54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2511" name="Google Shape;2511;p54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2512" name="Google Shape;2512;p54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3" name="Google Shape;2513;p54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4" name="Google Shape;2514;p54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2515" name="Google Shape;2515;p54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6" name="Google Shape;2516;p54"/>
          <p:cNvSpPr txBox="1"/>
          <p:nvPr/>
        </p:nvSpPr>
        <p:spPr>
          <a:xfrm>
            <a:off x="2548800" y="1521750"/>
            <a:ext cx="64158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endParaRPr b="1" sz="23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600"/>
              <a:buFont typeface="Open Sans"/>
              <a:buChar char="-"/>
            </a:pPr>
            <a:r>
              <a:rPr lang="en-GB" sz="16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Hyperparameters:</a:t>
            </a:r>
            <a:endParaRPr sz="16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600"/>
              <a:buFont typeface="Open Sans"/>
              <a:buChar char="-"/>
            </a:pPr>
            <a:r>
              <a:rPr lang="en-GB" sz="16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Criterion: Gini</a:t>
            </a:r>
            <a:endParaRPr sz="16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600"/>
              <a:buFont typeface="Open Sans"/>
              <a:buChar char="-"/>
            </a:pPr>
            <a:r>
              <a:rPr lang="en-GB" sz="16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Max_depth: 5</a:t>
            </a:r>
            <a:endParaRPr sz="16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600"/>
              <a:buFont typeface="Open Sans"/>
              <a:buChar char="-"/>
            </a:pPr>
            <a:r>
              <a:rPr lang="en-GB" sz="16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Max_features: log2</a:t>
            </a:r>
            <a:endParaRPr sz="16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600"/>
              <a:buFont typeface="Open Sans"/>
              <a:buChar char="-"/>
            </a:pPr>
            <a:r>
              <a:rPr lang="en-GB" sz="16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Min_samples_leaf: 2</a:t>
            </a:r>
            <a:endParaRPr sz="16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600"/>
              <a:buFont typeface="Open Sans"/>
              <a:buChar char="-"/>
            </a:pPr>
            <a:r>
              <a:rPr lang="en-GB" sz="16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Min_samples_split: 2</a:t>
            </a:r>
            <a:endParaRPr sz="16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517" name="Google Shape;2517;p54"/>
          <p:cNvGraphicFramePr/>
          <p:nvPr/>
        </p:nvGraphicFramePr>
        <p:xfrm>
          <a:off x="5876350" y="1582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{F222600F-201E-4158-B94E-A693C648F713}</a:tableStyleId>
              </a:tblPr>
              <a:tblGrid>
                <a:gridCol w="1534250"/>
                <a:gridCol w="1554000"/>
              </a:tblGrid>
              <a:tr h="47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B4B5B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Metric</a:t>
                      </a:r>
                      <a:endParaRPr b="1" sz="1800">
                        <a:solidFill>
                          <a:srgbClr val="B4B5B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B4B5B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Score</a:t>
                      </a:r>
                      <a:endParaRPr b="1" sz="1800">
                        <a:solidFill>
                          <a:srgbClr val="B4B5B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75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0.5693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47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0.5493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687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0.8263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8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F-1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0.6599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pSp>
        <p:nvGrpSpPr>
          <p:cNvPr id="2518" name="Google Shape;2518;p54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519" name="Google Shape;2519;p54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0" name="Google Shape;2520;p54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1" name="Google Shape;2521;p54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2" name="Google Shape;2522;p54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3" name="Google Shape;2523;p54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524" name="Google Shape;2524;p54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5" name="Google Shape;2525;p54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6" name="Google Shape;2526;p54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7" name="Google Shape;2527;p54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28" name="Google Shape;2528;p54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9" name="Google Shape;2529;p54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530" name="Google Shape;2530;p54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1" name="Google Shape;2531;p54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532" name="Google Shape;2532;p54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2533" name="Google Shape;2533;p54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4" name="Google Shape;2534;p54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5" name="Google Shape;2535;p54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36" name="Google Shape;2536;p54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537" name="Google Shape;2537;p54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2538" name="Google Shape;2538;p54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2539" name="Google Shape;2539;p54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40" name="Google Shape;2540;p54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2541" name="Google Shape;2541;p54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2542" name="Google Shape;2542;p54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43" name="Google Shape;2543;p54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2544" name="Google Shape;2544;p54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45" name="Google Shape;2545;p54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546" name="Google Shape;2546;p54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7" name="Google Shape;2547;p54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2548" name="Google Shape;2548;p54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9" name="Google Shape;2549;p54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550" name="Google Shape;2550;p54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2551" name="Google Shape;2551;p54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2" name="Google Shape;2552;p54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53" name="Google Shape;2553;p54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554" name="Google Shape;2554;p54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2555" name="Google Shape;2555;p54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6" name="Google Shape;2556;p54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57" name="Google Shape;2557;p54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58" name="Google Shape;2558;p54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2562" name="Shape 2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3" name="Google Shape;2563;p55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564" name="Google Shape;2564;p55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5" name="Google Shape;2565;p55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6" name="Google Shape;2566;p55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67" name="Google Shape;2567;p55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2568" name="Google Shape;2568;p55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2569" name="Google Shape;2569;p55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0" name="Google Shape;2570;p55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2571" name="Google Shape;2571;p55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2572" name="Google Shape;2572;p55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3" name="Google Shape;2573;p55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2574" name="Google Shape;2574;p55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5" name="Google Shape;2575;p55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2576" name="Google Shape;2576;p55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7" name="Google Shape;2577;p55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2578" name="Google Shape;2578;p55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9" name="Google Shape;2579;p55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0" name="Google Shape;2580;p55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1" name="Google Shape;2581;p55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82" name="Google Shape;2582;p55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583" name="Google Shape;2583;p55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4" name="Google Shape;2584;p55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5" name="Google Shape;2585;p55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86" name="Google Shape;2586;p55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87" name="Google Shape;2587;p55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8" name="Google Shape;2588;p55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589" name="Google Shape;2589;p55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0" name="Google Shape;2590;p55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2591" name="Google Shape;2591;p55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2592" name="Google Shape;2592;p55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3" name="Google Shape;2593;p55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4" name="Google Shape;2594;p55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95" name="Google Shape;2595;p55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2596" name="Google Shape;2596;p55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2597" name="Google Shape;2597;p55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2598" name="Google Shape;2598;p55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99" name="Google Shape;2599;p55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2600" name="Google Shape;2600;p55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2601" name="Google Shape;2601;p55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2" name="Google Shape;2602;p55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2603" name="Google Shape;2603;p55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04" name="Google Shape;2604;p55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605" name="Google Shape;2605;p55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6" name="Google Shape;2606;p55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2607" name="Google Shape;2607;p55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8" name="Google Shape;2608;p55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2609" name="Google Shape;2609;p55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2610" name="Google Shape;2610;p55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1" name="Google Shape;2611;p55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2" name="Google Shape;2612;p55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2613" name="Google Shape;2613;p55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2614" name="Google Shape;2614;p55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5" name="Google Shape;2615;p55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6" name="Google Shape;2616;p55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2617" name="Google Shape;2617;p55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18" name="Google Shape;2618;p55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619" name="Google Shape;2619;p55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0" name="Google Shape;2620;p55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1" name="Google Shape;2621;p55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2" name="Google Shape;2622;p55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23" name="Google Shape;2623;p55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624" name="Google Shape;2624;p55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5" name="Google Shape;2625;p55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6" name="Google Shape;2626;p55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7" name="Google Shape;2627;p55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628" name="Google Shape;2628;p55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9" name="Google Shape;2629;p55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630" name="Google Shape;2630;p55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1" name="Google Shape;2631;p55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632" name="Google Shape;2632;p55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2633" name="Google Shape;2633;p55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4" name="Google Shape;2634;p55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5" name="Google Shape;2635;p55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6" name="Google Shape;2636;p55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637" name="Google Shape;2637;p55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2638" name="Google Shape;2638;p55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2639" name="Google Shape;2639;p55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40" name="Google Shape;2640;p55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2641" name="Google Shape;2641;p55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2642" name="Google Shape;2642;p55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3" name="Google Shape;2643;p55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2644" name="Google Shape;2644;p55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45" name="Google Shape;2645;p55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646" name="Google Shape;2646;p55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7" name="Google Shape;2647;p55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2648" name="Google Shape;2648;p55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9" name="Google Shape;2649;p55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650" name="Google Shape;2650;p55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2651" name="Google Shape;2651;p55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2" name="Google Shape;2652;p55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3" name="Google Shape;2653;p55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654" name="Google Shape;2654;p55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2655" name="Google Shape;2655;p55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6" name="Google Shape;2656;p55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7" name="Google Shape;2657;p55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658" name="Google Shape;2658;p55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9" name="Google Shape;2659;p5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262375" y="1359638"/>
            <a:ext cx="3036011" cy="25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0" name="Google Shape;2660;p55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453400" y="1359650"/>
            <a:ext cx="3631235" cy="2519351"/>
          </a:xfrm>
          <a:prstGeom prst="rect">
            <a:avLst/>
          </a:prstGeom>
          <a:noFill/>
          <a:ln>
            <a:noFill/>
          </a:ln>
        </p:spPr>
      </p:pic>
      <p:sp>
        <p:nvSpPr>
          <p:cNvPr id="2661" name="Google Shape;2661;p55"/>
          <p:cNvSpPr txBox="1"/>
          <p:nvPr/>
        </p:nvSpPr>
        <p:spPr>
          <a:xfrm>
            <a:off x="2666625" y="666950"/>
            <a:ext cx="5286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Decision Tree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2665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6" name="Google Shape;2666;p56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667" name="Google Shape;2667;p56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8" name="Google Shape;2668;p56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9" name="Google Shape;2669;p56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0" name="Google Shape;2670;p56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2671" name="Google Shape;2671;p56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2672" name="Google Shape;2672;p56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3" name="Google Shape;2673;p56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2674" name="Google Shape;2674;p56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2675" name="Google Shape;2675;p56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6" name="Google Shape;2676;p56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2677" name="Google Shape;2677;p56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8" name="Google Shape;2678;p56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2679" name="Google Shape;2679;p56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0" name="Google Shape;2680;p56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2681" name="Google Shape;2681;p56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2" name="Google Shape;2682;p56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3" name="Google Shape;2683;p56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4" name="Google Shape;2684;p56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5" name="Google Shape;2685;p56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6" name="Google Shape;2686;p56"/>
          <p:cNvSpPr txBox="1"/>
          <p:nvPr/>
        </p:nvSpPr>
        <p:spPr>
          <a:xfrm>
            <a:off x="2749825" y="634313"/>
            <a:ext cx="5286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Random Forest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7" name="Google Shape;2687;p56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88" name="Google Shape;2688;p56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689" name="Google Shape;2689;p56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0" name="Google Shape;2690;p56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1" name="Google Shape;2691;p56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92" name="Google Shape;2692;p56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693" name="Google Shape;2693;p56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4" name="Google Shape;2694;p56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695" name="Google Shape;2695;p56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6" name="Google Shape;2696;p56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2697" name="Google Shape;2697;p56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2698" name="Google Shape;2698;p56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9" name="Google Shape;2699;p56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0" name="Google Shape;2700;p56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1" name="Google Shape;2701;p56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2702" name="Google Shape;2702;p56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2703" name="Google Shape;2703;p56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2704" name="Google Shape;2704;p56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05" name="Google Shape;2705;p56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2706" name="Google Shape;2706;p56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2707" name="Google Shape;2707;p56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8" name="Google Shape;2708;p56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2709" name="Google Shape;2709;p56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10" name="Google Shape;2710;p56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711" name="Google Shape;2711;p56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2" name="Google Shape;2712;p56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2713" name="Google Shape;2713;p56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4" name="Google Shape;2714;p56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2715" name="Google Shape;2715;p56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2716" name="Google Shape;2716;p56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7" name="Google Shape;2717;p56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18" name="Google Shape;2718;p56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2719" name="Google Shape;2719;p56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2720" name="Google Shape;2720;p56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1" name="Google Shape;2721;p56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2" name="Google Shape;2722;p56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2723" name="Google Shape;2723;p56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4" name="Google Shape;2724;p56"/>
          <p:cNvSpPr txBox="1"/>
          <p:nvPr/>
        </p:nvSpPr>
        <p:spPr>
          <a:xfrm>
            <a:off x="2749825" y="1184925"/>
            <a:ext cx="4949700" cy="3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Hyperparameter Tuning</a:t>
            </a:r>
            <a:endParaRPr b="1" sz="18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Open Sans"/>
              <a:buChar char="-"/>
            </a:pPr>
            <a:r>
              <a:rPr lang="en-GB" sz="1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max_depth: [10, 20]</a:t>
            </a:r>
            <a:endParaRPr sz="13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Open Sans"/>
              <a:buChar char="-"/>
            </a:pPr>
            <a:r>
              <a:rPr lang="en-GB" sz="1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Controls the maximum depth of each tree.</a:t>
            </a:r>
            <a:endParaRPr sz="13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Open Sans"/>
              <a:buChar char="-"/>
            </a:pPr>
            <a:r>
              <a:rPr lang="en-GB" sz="1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min_samples_split: [20, 50]</a:t>
            </a:r>
            <a:endParaRPr sz="13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Open Sans"/>
              <a:buChar char="-"/>
            </a:pPr>
            <a:r>
              <a:rPr lang="en-GB" sz="1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Minimum number of samples required to split an internal node.</a:t>
            </a:r>
            <a:endParaRPr sz="13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Open Sans"/>
              <a:buChar char="-"/>
            </a:pPr>
            <a:r>
              <a:rPr lang="en-GB" sz="1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min_samples_leaf: [10, 40]</a:t>
            </a:r>
            <a:endParaRPr sz="13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Open Sans"/>
              <a:buChar char="-"/>
            </a:pPr>
            <a:r>
              <a:rPr lang="en-GB" sz="1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Minimum number of samples in a leaf node.</a:t>
            </a:r>
            <a:endParaRPr sz="13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Open Sans"/>
              <a:buChar char="-"/>
            </a:pPr>
            <a:r>
              <a:rPr lang="en-GB" sz="1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n_estimators: [50, 100]</a:t>
            </a:r>
            <a:endParaRPr sz="13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Open Sans"/>
              <a:buChar char="-"/>
            </a:pPr>
            <a:r>
              <a:rPr lang="en-GB" sz="1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Number of trees in the forest.</a:t>
            </a:r>
            <a:endParaRPr sz="13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Open Sans"/>
              <a:buChar char="-"/>
            </a:pPr>
            <a:r>
              <a:rPr lang="en-GB" sz="1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criterion: ['gini', 'entropy']</a:t>
            </a:r>
            <a:endParaRPr sz="13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Open Sans"/>
              <a:buChar char="-"/>
            </a:pPr>
            <a:r>
              <a:rPr lang="en-GB" sz="1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Determines how splits are made in each tree.</a:t>
            </a:r>
            <a:endParaRPr sz="13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725" name="Google Shape;2725;p56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726" name="Google Shape;2726;p56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7" name="Google Shape;2727;p56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8" name="Google Shape;2728;p56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9" name="Google Shape;2729;p56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30" name="Google Shape;2730;p56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731" name="Google Shape;2731;p56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2" name="Google Shape;2732;p56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3" name="Google Shape;2733;p56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4" name="Google Shape;2734;p56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735" name="Google Shape;2735;p56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6" name="Google Shape;2736;p56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737" name="Google Shape;2737;p56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8" name="Google Shape;2738;p56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739" name="Google Shape;2739;p56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2740" name="Google Shape;2740;p56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1" name="Google Shape;2741;p56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2" name="Google Shape;2742;p56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43" name="Google Shape;2743;p56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744" name="Google Shape;2744;p56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2745" name="Google Shape;2745;p56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2746" name="Google Shape;2746;p56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47" name="Google Shape;2747;p56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2748" name="Google Shape;2748;p56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2749" name="Google Shape;2749;p56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0" name="Google Shape;2750;p56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2751" name="Google Shape;2751;p56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52" name="Google Shape;2752;p56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753" name="Google Shape;2753;p56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4" name="Google Shape;2754;p56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2755" name="Google Shape;2755;p56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6" name="Google Shape;2756;p56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757" name="Google Shape;2757;p56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2758" name="Google Shape;2758;p56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9" name="Google Shape;2759;p56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0" name="Google Shape;2760;p56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761" name="Google Shape;2761;p56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2762" name="Google Shape;2762;p56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3" name="Google Shape;2763;p56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4" name="Google Shape;2764;p56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765" name="Google Shape;2765;p56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2769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0" name="Google Shape;2770;p57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771" name="Google Shape;2771;p57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2" name="Google Shape;2772;p57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3" name="Google Shape;2773;p57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74" name="Google Shape;2774;p57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2775" name="Google Shape;2775;p57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2776" name="Google Shape;2776;p57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77" name="Google Shape;2777;p57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2778" name="Google Shape;2778;p57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2779" name="Google Shape;2779;p57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80" name="Google Shape;2780;p57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2781" name="Google Shape;2781;p57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2" name="Google Shape;2782;p57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2783" name="Google Shape;2783;p57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4" name="Google Shape;2784;p57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2785" name="Google Shape;2785;p57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6" name="Google Shape;2786;p57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7" name="Google Shape;2787;p57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8" name="Google Shape;2788;p57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9" name="Google Shape;2789;p57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0" name="Google Shape;2790;p57"/>
          <p:cNvSpPr txBox="1"/>
          <p:nvPr/>
        </p:nvSpPr>
        <p:spPr>
          <a:xfrm>
            <a:off x="2749825" y="634313"/>
            <a:ext cx="5286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Random Forest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1" name="Google Shape;2791;p57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92" name="Google Shape;2792;p57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793" name="Google Shape;2793;p57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4" name="Google Shape;2794;p57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5" name="Google Shape;2795;p57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6" name="Google Shape;2796;p57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797" name="Google Shape;2797;p57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8" name="Google Shape;2798;p57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799" name="Google Shape;2799;p57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0" name="Google Shape;2800;p57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2801" name="Google Shape;2801;p57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2802" name="Google Shape;2802;p57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3" name="Google Shape;2803;p57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4" name="Google Shape;2804;p57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05" name="Google Shape;2805;p57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2806" name="Google Shape;2806;p57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2807" name="Google Shape;2807;p57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2808" name="Google Shape;2808;p57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09" name="Google Shape;2809;p57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2810" name="Google Shape;2810;p57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2811" name="Google Shape;2811;p57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12" name="Google Shape;2812;p57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2813" name="Google Shape;2813;p57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14" name="Google Shape;2814;p57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815" name="Google Shape;2815;p57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6" name="Google Shape;2816;p57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2817" name="Google Shape;2817;p57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8" name="Google Shape;2818;p57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2819" name="Google Shape;2819;p57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2820" name="Google Shape;2820;p57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1" name="Google Shape;2821;p57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22" name="Google Shape;2822;p57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2823" name="Google Shape;2823;p57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2824" name="Google Shape;2824;p57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5" name="Google Shape;2825;p57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26" name="Google Shape;2826;p57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2827" name="Google Shape;2827;p57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8" name="Google Shape;2828;p57"/>
          <p:cNvSpPr txBox="1"/>
          <p:nvPr/>
        </p:nvSpPr>
        <p:spPr>
          <a:xfrm>
            <a:off x="2221025" y="1582525"/>
            <a:ext cx="3440700" cy="3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endParaRPr b="1" sz="23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600"/>
              <a:buFont typeface="Open Sans"/>
              <a:buChar char="-"/>
            </a:pPr>
            <a:r>
              <a:rPr lang="en-GB" sz="16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Hyperparameters:</a:t>
            </a:r>
            <a:endParaRPr sz="16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600"/>
              <a:buFont typeface="Open Sans"/>
              <a:buChar char="-"/>
            </a:pPr>
            <a:r>
              <a:rPr lang="en-GB" sz="16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Max Depth = 20</a:t>
            </a:r>
            <a:endParaRPr sz="16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600"/>
              <a:buFont typeface="Open Sans"/>
              <a:buChar char="-"/>
            </a:pPr>
            <a:r>
              <a:rPr lang="en-GB" sz="16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Criterion= Gini</a:t>
            </a:r>
            <a:endParaRPr sz="16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600"/>
              <a:buFont typeface="Open Sans"/>
              <a:buChar char="-"/>
            </a:pPr>
            <a:r>
              <a:rPr lang="en-GB" sz="16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Min Samples Leaf = 10</a:t>
            </a:r>
            <a:endParaRPr sz="16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600"/>
              <a:buFont typeface="Open Sans"/>
              <a:buChar char="-"/>
            </a:pPr>
            <a:r>
              <a:rPr lang="en-GB" sz="16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Min Samples Split = 20</a:t>
            </a:r>
            <a:endParaRPr sz="16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600"/>
              <a:buFont typeface="Open Sans"/>
              <a:buChar char="-"/>
            </a:pPr>
            <a:r>
              <a:rPr lang="en-GB" sz="16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N Estimators = 100</a:t>
            </a:r>
            <a:endParaRPr sz="16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B4B5B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B4B5B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829" name="Google Shape;2829;p57"/>
          <p:cNvGraphicFramePr/>
          <p:nvPr/>
        </p:nvGraphicFramePr>
        <p:xfrm>
          <a:off x="5671950" y="1582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{F222600F-201E-4158-B94E-A693C648F713}</a:tableStyleId>
              </a:tblPr>
              <a:tblGrid>
                <a:gridCol w="1534250"/>
                <a:gridCol w="1554000"/>
              </a:tblGrid>
              <a:tr h="47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B4B5B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Metric</a:t>
                      </a:r>
                      <a:endParaRPr b="1" sz="1800">
                        <a:solidFill>
                          <a:srgbClr val="B4B5B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B4B5B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Score</a:t>
                      </a:r>
                      <a:endParaRPr b="1" sz="1800">
                        <a:solidFill>
                          <a:srgbClr val="B4B5B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75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0.703754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47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0.693262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687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0.742973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8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F-1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0.717257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pSp>
        <p:nvGrpSpPr>
          <p:cNvPr id="2830" name="Google Shape;2830;p57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831" name="Google Shape;2831;p57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2" name="Google Shape;2832;p57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3" name="Google Shape;2833;p57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4" name="Google Shape;2834;p57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35" name="Google Shape;2835;p57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836" name="Google Shape;2836;p57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7" name="Google Shape;2837;p57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8" name="Google Shape;2838;p57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9" name="Google Shape;2839;p57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840" name="Google Shape;2840;p57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1" name="Google Shape;2841;p57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842" name="Google Shape;2842;p57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3" name="Google Shape;2843;p57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844" name="Google Shape;2844;p57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2845" name="Google Shape;2845;p57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6" name="Google Shape;2846;p57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7" name="Google Shape;2847;p57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48" name="Google Shape;2848;p57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849" name="Google Shape;2849;p57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2850" name="Google Shape;2850;p57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2851" name="Google Shape;2851;p57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52" name="Google Shape;2852;p57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2853" name="Google Shape;2853;p57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2854" name="Google Shape;2854;p57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5" name="Google Shape;2855;p57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2856" name="Google Shape;2856;p57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57" name="Google Shape;2857;p57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858" name="Google Shape;2858;p57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9" name="Google Shape;2859;p57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2860" name="Google Shape;2860;p57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1" name="Google Shape;2861;p57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862" name="Google Shape;2862;p57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2863" name="Google Shape;2863;p57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4" name="Google Shape;2864;p57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5" name="Google Shape;2865;p57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866" name="Google Shape;2866;p57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2867" name="Google Shape;2867;p57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8" name="Google Shape;2868;p57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9" name="Google Shape;2869;p57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870" name="Google Shape;2870;p57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2874" name="Shape 2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5" name="Google Shape;2875;p58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876" name="Google Shape;2876;p58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7" name="Google Shape;2877;p58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8" name="Google Shape;2878;p58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79" name="Google Shape;2879;p58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2880" name="Google Shape;2880;p58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2881" name="Google Shape;2881;p58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82" name="Google Shape;2882;p58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2883" name="Google Shape;2883;p58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2884" name="Google Shape;2884;p58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85" name="Google Shape;2885;p58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2886" name="Google Shape;2886;p58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7" name="Google Shape;2887;p58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2888" name="Google Shape;2888;p58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9" name="Google Shape;2889;p58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2890" name="Google Shape;2890;p58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1" name="Google Shape;2891;p58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2" name="Google Shape;2892;p58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3" name="Google Shape;2893;p58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4" name="Google Shape;2894;p58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5" name="Google Shape;2895;p58"/>
          <p:cNvSpPr txBox="1"/>
          <p:nvPr/>
        </p:nvSpPr>
        <p:spPr>
          <a:xfrm>
            <a:off x="2749825" y="634313"/>
            <a:ext cx="5286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Random Forest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6" name="Google Shape;2896;p58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97" name="Google Shape;2897;p58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898" name="Google Shape;2898;p58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9" name="Google Shape;2899;p58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0" name="Google Shape;2900;p58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1" name="Google Shape;2901;p58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902" name="Google Shape;2902;p58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3" name="Google Shape;2903;p58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904" name="Google Shape;2904;p58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5" name="Google Shape;2905;p58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2906" name="Google Shape;2906;p58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2907" name="Google Shape;2907;p58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8" name="Google Shape;2908;p58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9" name="Google Shape;2909;p58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10" name="Google Shape;2910;p58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2911" name="Google Shape;2911;p58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2912" name="Google Shape;2912;p58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2913" name="Google Shape;2913;p58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14" name="Google Shape;2914;p58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2915" name="Google Shape;2915;p58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2916" name="Google Shape;2916;p58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17" name="Google Shape;2917;p58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2918" name="Google Shape;2918;p58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19" name="Google Shape;2919;p58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920" name="Google Shape;2920;p58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1" name="Google Shape;2921;p58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2922" name="Google Shape;2922;p58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3" name="Google Shape;2923;p58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2924" name="Google Shape;2924;p58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2925" name="Google Shape;2925;p58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6" name="Google Shape;2926;p58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27" name="Google Shape;2927;p58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2928" name="Google Shape;2928;p58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2929" name="Google Shape;2929;p58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0" name="Google Shape;2930;p58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31" name="Google Shape;2931;p58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2932" name="Google Shape;2932;p58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33" name="Google Shape;2933;p58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934" name="Google Shape;2934;p58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5" name="Google Shape;2935;p58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6" name="Google Shape;2936;p58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37" name="Google Shape;2937;p58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38" name="Google Shape;2938;p58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939" name="Google Shape;2939;p58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0" name="Google Shape;2940;p58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1" name="Google Shape;2941;p58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42" name="Google Shape;2942;p58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943" name="Google Shape;2943;p58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4" name="Google Shape;2944;p58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945" name="Google Shape;2945;p58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6" name="Google Shape;2946;p58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947" name="Google Shape;2947;p58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2948" name="Google Shape;2948;p58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9" name="Google Shape;2949;p58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0" name="Google Shape;2950;p58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1" name="Google Shape;2951;p58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952" name="Google Shape;2952;p58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2953" name="Google Shape;2953;p58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2954" name="Google Shape;2954;p58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55" name="Google Shape;2955;p58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2956" name="Google Shape;2956;p58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2957" name="Google Shape;2957;p58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8" name="Google Shape;2958;p58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2959" name="Google Shape;2959;p58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60" name="Google Shape;2960;p58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2961" name="Google Shape;2961;p58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2" name="Google Shape;2962;p58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2963" name="Google Shape;2963;p58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4" name="Google Shape;2964;p58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965" name="Google Shape;2965;p58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2966" name="Google Shape;2966;p58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7" name="Google Shape;2967;p58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8" name="Google Shape;2968;p58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2969" name="Google Shape;2969;p58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2970" name="Google Shape;2970;p58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1" name="Google Shape;2971;p58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72" name="Google Shape;2972;p58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973" name="Google Shape;2973;p58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74" name="Google Shape;2974;p5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443175" y="1518850"/>
            <a:ext cx="2756076" cy="2288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5" name="Google Shape;2975;p58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431625" y="1517250"/>
            <a:ext cx="2929253" cy="231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6" name="Google Shape;2976;p58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431625" y="1517250"/>
            <a:ext cx="2929249" cy="2318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2980" name="Shape 2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1" name="Google Shape;2981;p59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2982" name="Google Shape;2982;p59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3" name="Google Shape;2983;p59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4" name="Google Shape;2984;p59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85" name="Google Shape;2985;p59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2986" name="Google Shape;2986;p59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2987" name="Google Shape;2987;p59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88" name="Google Shape;2988;p59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2989" name="Google Shape;2989;p59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2990" name="Google Shape;2990;p59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1" name="Google Shape;2991;p59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2992" name="Google Shape;2992;p59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3" name="Google Shape;2993;p59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2994" name="Google Shape;2994;p59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5" name="Google Shape;2995;p59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2996" name="Google Shape;2996;p59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7" name="Google Shape;2997;p59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8" name="Google Shape;2998;p59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9" name="Google Shape;2999;p59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0" name="Google Shape;3000;p59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1" name="Google Shape;3001;p59"/>
          <p:cNvSpPr txBox="1"/>
          <p:nvPr/>
        </p:nvSpPr>
        <p:spPr>
          <a:xfrm>
            <a:off x="2703225" y="703263"/>
            <a:ext cx="5286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Gradient Boosted Tree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2" name="Google Shape;3002;p59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03" name="Google Shape;3003;p59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004" name="Google Shape;3004;p59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5" name="Google Shape;3005;p59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6" name="Google Shape;3006;p59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07" name="Google Shape;3007;p59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008" name="Google Shape;3008;p59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9" name="Google Shape;3009;p59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010" name="Google Shape;3010;p59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1" name="Google Shape;3011;p59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3012" name="Google Shape;3012;p59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3013" name="Google Shape;3013;p59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4" name="Google Shape;3014;p59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5" name="Google Shape;3015;p59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16" name="Google Shape;3016;p59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3017" name="Google Shape;3017;p59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3018" name="Google Shape;3018;p59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3019" name="Google Shape;3019;p59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20" name="Google Shape;3020;p59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3021" name="Google Shape;3021;p59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3022" name="Google Shape;3022;p59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23" name="Google Shape;3023;p59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3024" name="Google Shape;3024;p59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25" name="Google Shape;3025;p59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026" name="Google Shape;3026;p59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7" name="Google Shape;3027;p59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3028" name="Google Shape;3028;p59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9" name="Google Shape;3029;p59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3030" name="Google Shape;3030;p59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3031" name="Google Shape;3031;p59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2" name="Google Shape;3032;p59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33" name="Google Shape;3033;p59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3034" name="Google Shape;3034;p59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3035" name="Google Shape;3035;p59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6" name="Google Shape;3036;p59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37" name="Google Shape;3037;p59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3038" name="Google Shape;3038;p59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9" name="Google Shape;3039;p59"/>
          <p:cNvSpPr txBox="1"/>
          <p:nvPr/>
        </p:nvSpPr>
        <p:spPr>
          <a:xfrm>
            <a:off x="2871525" y="1576350"/>
            <a:ext cx="49497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Hyperparameters</a:t>
            </a:r>
            <a:endParaRPr b="1" sz="23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900"/>
              <a:buFont typeface="Open Sans"/>
              <a:buChar char="-"/>
            </a:pPr>
            <a:r>
              <a:rPr lang="en-GB" sz="19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N_estimators (300, 400, 500)</a:t>
            </a:r>
            <a:endParaRPr sz="19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900"/>
              <a:buFont typeface="Open Sans"/>
              <a:buChar char="-"/>
            </a:pPr>
            <a:r>
              <a:rPr lang="en-GB" sz="19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Number of trees in the forest</a:t>
            </a:r>
            <a:endParaRPr sz="19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900"/>
              <a:buFont typeface="Open Sans"/>
              <a:buChar char="-"/>
            </a:pPr>
            <a:r>
              <a:rPr lang="en-GB" sz="19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Learning_rate (0.1, 0.15, 0.2)</a:t>
            </a:r>
            <a:endParaRPr sz="19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900"/>
              <a:buFont typeface="Open Sans"/>
              <a:buChar char="-"/>
            </a:pPr>
            <a:r>
              <a:rPr lang="en-GB" sz="19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Step size</a:t>
            </a:r>
            <a:endParaRPr sz="19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900"/>
              <a:buFont typeface="Open Sans"/>
              <a:buChar char="-"/>
            </a:pPr>
            <a:r>
              <a:rPr lang="en-GB" sz="19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Max_depth (10, 11, 12)</a:t>
            </a:r>
            <a:endParaRPr sz="19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900"/>
              <a:buFont typeface="Open Sans"/>
              <a:buChar char="-"/>
            </a:pPr>
            <a:r>
              <a:rPr lang="en-GB" sz="19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Depth of each tree</a:t>
            </a:r>
            <a:endParaRPr sz="19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040" name="Google Shape;3040;p59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041" name="Google Shape;3041;p59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2" name="Google Shape;3042;p59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3" name="Google Shape;3043;p59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44" name="Google Shape;3044;p59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45" name="Google Shape;3045;p59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046" name="Google Shape;3046;p59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7" name="Google Shape;3047;p59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8" name="Google Shape;3048;p59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49" name="Google Shape;3049;p59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050" name="Google Shape;3050;p59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1" name="Google Shape;3051;p59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052" name="Google Shape;3052;p59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3" name="Google Shape;3053;p59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054" name="Google Shape;3054;p59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3055" name="Google Shape;3055;p59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6" name="Google Shape;3056;p59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7" name="Google Shape;3057;p59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8" name="Google Shape;3058;p59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059" name="Google Shape;3059;p59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3060" name="Google Shape;3060;p59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3061" name="Google Shape;3061;p59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62" name="Google Shape;3062;p59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3063" name="Google Shape;3063;p59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3064" name="Google Shape;3064;p59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65" name="Google Shape;3065;p59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3066" name="Google Shape;3066;p59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67" name="Google Shape;3067;p59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068" name="Google Shape;3068;p59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9" name="Google Shape;3069;p59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3070" name="Google Shape;3070;p59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1" name="Google Shape;3071;p59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072" name="Google Shape;3072;p59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3073" name="Google Shape;3073;p59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4" name="Google Shape;3074;p59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75" name="Google Shape;3075;p59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076" name="Google Shape;3076;p59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3077" name="Google Shape;3077;p59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8" name="Google Shape;3078;p59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79" name="Google Shape;3079;p59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080" name="Google Shape;3080;p59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3084" name="Shape 3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5" name="Google Shape;3085;p60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086" name="Google Shape;3086;p60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7" name="Google Shape;3087;p60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8" name="Google Shape;3088;p60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89" name="Google Shape;3089;p60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3090" name="Google Shape;3090;p60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3091" name="Google Shape;3091;p60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92" name="Google Shape;3092;p60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3093" name="Google Shape;3093;p60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3094" name="Google Shape;3094;p60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95" name="Google Shape;3095;p60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3096" name="Google Shape;3096;p60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7" name="Google Shape;3097;p60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3098" name="Google Shape;3098;p60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9" name="Google Shape;3099;p60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3100" name="Google Shape;3100;p60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1" name="Google Shape;3101;p60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2" name="Google Shape;3102;p60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3" name="Google Shape;3103;p60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4" name="Google Shape;3104;p60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5" name="Google Shape;3105;p60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06" name="Google Shape;3106;p60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107" name="Google Shape;3107;p60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8" name="Google Shape;3108;p60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9" name="Google Shape;3109;p60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10" name="Google Shape;3110;p60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111" name="Google Shape;3111;p60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2" name="Google Shape;3112;p60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113" name="Google Shape;3113;p60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4" name="Google Shape;3114;p60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3115" name="Google Shape;3115;p60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3116" name="Google Shape;3116;p60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7" name="Google Shape;3117;p60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8" name="Google Shape;3118;p60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19" name="Google Shape;3119;p60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3120" name="Google Shape;3120;p60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3121" name="Google Shape;3121;p60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3122" name="Google Shape;3122;p60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23" name="Google Shape;3123;p60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3124" name="Google Shape;3124;p60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3125" name="Google Shape;3125;p60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26" name="Google Shape;3126;p60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3127" name="Google Shape;3127;p60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28" name="Google Shape;3128;p60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129" name="Google Shape;3129;p60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0" name="Google Shape;3130;p60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3131" name="Google Shape;3131;p60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2" name="Google Shape;3132;p60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3133" name="Google Shape;3133;p60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3134" name="Google Shape;3134;p60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5" name="Google Shape;3135;p60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36" name="Google Shape;3136;p60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3137" name="Google Shape;3137;p60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3138" name="Google Shape;3138;p60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9" name="Google Shape;3139;p60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40" name="Google Shape;3140;p60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3141" name="Google Shape;3141;p60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2" name="Google Shape;3142;p60"/>
          <p:cNvSpPr txBox="1"/>
          <p:nvPr/>
        </p:nvSpPr>
        <p:spPr>
          <a:xfrm>
            <a:off x="2703225" y="703263"/>
            <a:ext cx="5286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Gradient Boosted Tree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43" name="Google Shape;3143;p60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144" name="Google Shape;3144;p60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5" name="Google Shape;3145;p60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6" name="Google Shape;3146;p60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47" name="Google Shape;3147;p60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48" name="Google Shape;3148;p60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149" name="Google Shape;3149;p60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0" name="Google Shape;3150;p60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1" name="Google Shape;3151;p60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52" name="Google Shape;3152;p60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153" name="Google Shape;3153;p60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4" name="Google Shape;3154;p60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155" name="Google Shape;3155;p60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6" name="Google Shape;3156;p60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157" name="Google Shape;3157;p60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3158" name="Google Shape;3158;p60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9" name="Google Shape;3159;p60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0" name="Google Shape;3160;p60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61" name="Google Shape;3161;p60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162" name="Google Shape;3162;p60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3163" name="Google Shape;3163;p60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3164" name="Google Shape;3164;p60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65" name="Google Shape;3165;p60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3166" name="Google Shape;3166;p60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3167" name="Google Shape;3167;p60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68" name="Google Shape;3168;p60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3169" name="Google Shape;3169;p60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70" name="Google Shape;3170;p60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171" name="Google Shape;3171;p60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2" name="Google Shape;3172;p60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3173" name="Google Shape;3173;p60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4" name="Google Shape;3174;p60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175" name="Google Shape;3175;p60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3176" name="Google Shape;3176;p60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7" name="Google Shape;3177;p60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78" name="Google Shape;3178;p60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179" name="Google Shape;3179;p60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3180" name="Google Shape;3180;p60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1" name="Google Shape;3181;p60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82" name="Google Shape;3182;p60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183" name="Google Shape;3183;p60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4" name="Google Shape;3184;p60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5" name="Google Shape;3185;p60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6" name="Google Shape;3186;p60"/>
          <p:cNvSpPr txBox="1"/>
          <p:nvPr/>
        </p:nvSpPr>
        <p:spPr>
          <a:xfrm>
            <a:off x="2360025" y="1541225"/>
            <a:ext cx="3440700" cy="3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endParaRPr b="1" sz="24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700"/>
              <a:buFont typeface="Open Sans"/>
              <a:buChar char="-"/>
            </a:pPr>
            <a:r>
              <a:rPr lang="en-GB" sz="17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Hyperparameters</a:t>
            </a:r>
            <a:endParaRPr sz="17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700"/>
              <a:buFont typeface="Calibri"/>
              <a:buChar char="-"/>
            </a:pPr>
            <a:r>
              <a:rPr lang="en-GB" sz="17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Hyperparameters</a:t>
            </a:r>
            <a:endParaRPr sz="17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700"/>
              <a:buFont typeface="Calibri"/>
              <a:buChar char="-"/>
            </a:pPr>
            <a:r>
              <a:rPr lang="en-GB" sz="17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learning_rate: 0.2</a:t>
            </a:r>
            <a:endParaRPr sz="17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700"/>
              <a:buFont typeface="Calibri"/>
              <a:buChar char="-"/>
            </a:pPr>
            <a:r>
              <a:rPr lang="en-GB" sz="17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max_depth: 11</a:t>
            </a:r>
            <a:endParaRPr sz="17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700"/>
              <a:buFont typeface="Calibri"/>
              <a:buChar char="-"/>
            </a:pPr>
            <a:r>
              <a:rPr lang="en-GB" sz="17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n_estimators: 500</a:t>
            </a:r>
            <a:endParaRPr sz="19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187" name="Google Shape;3187;p60"/>
          <p:cNvGraphicFramePr/>
          <p:nvPr/>
        </p:nvGraphicFramePr>
        <p:xfrm>
          <a:off x="5671950" y="1582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{F222600F-201E-4158-B94E-A693C648F713}</a:tableStyleId>
              </a:tblPr>
              <a:tblGrid>
                <a:gridCol w="1534250"/>
                <a:gridCol w="1554000"/>
              </a:tblGrid>
              <a:tr h="47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B4B5B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Metric</a:t>
                      </a:r>
                      <a:endParaRPr b="1" sz="1800">
                        <a:solidFill>
                          <a:srgbClr val="B4B5B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B4B5B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Score</a:t>
                      </a:r>
                      <a:endParaRPr b="1" sz="1800">
                        <a:solidFill>
                          <a:srgbClr val="B4B5B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75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0.7549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47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0.7526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687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0.7677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8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F-1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0.7601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3191" name="Shape 3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2" name="Google Shape;3192;p61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193" name="Google Shape;3193;p61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4" name="Google Shape;3194;p61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5" name="Google Shape;3195;p61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96" name="Google Shape;3196;p61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3197" name="Google Shape;3197;p61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3198" name="Google Shape;3198;p61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99" name="Google Shape;3199;p61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3200" name="Google Shape;3200;p61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3201" name="Google Shape;3201;p61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02" name="Google Shape;3202;p61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3203" name="Google Shape;3203;p61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4" name="Google Shape;3204;p61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3205" name="Google Shape;3205;p61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6" name="Google Shape;3206;p61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3207" name="Google Shape;3207;p61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8" name="Google Shape;3208;p61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9" name="Google Shape;3209;p61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0" name="Google Shape;3210;p61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11" name="Google Shape;3211;p61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212" name="Google Shape;3212;p61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3" name="Google Shape;3213;p61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4" name="Google Shape;3214;p61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15" name="Google Shape;3215;p61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216" name="Google Shape;3216;p61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7" name="Google Shape;3217;p61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218" name="Google Shape;3218;p61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9" name="Google Shape;3219;p61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3220" name="Google Shape;3220;p61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3221" name="Google Shape;3221;p61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2" name="Google Shape;3222;p61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3" name="Google Shape;3223;p61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24" name="Google Shape;3224;p61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3225" name="Google Shape;3225;p61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3226" name="Google Shape;3226;p61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3227" name="Google Shape;3227;p61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28" name="Google Shape;3228;p61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3229" name="Google Shape;3229;p61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3230" name="Google Shape;3230;p61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31" name="Google Shape;3231;p61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3232" name="Google Shape;3232;p61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33" name="Google Shape;3233;p61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234" name="Google Shape;3234;p61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5" name="Google Shape;3235;p61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3236" name="Google Shape;3236;p61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7" name="Google Shape;3237;p61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3238" name="Google Shape;3238;p61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3239" name="Google Shape;3239;p61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0" name="Google Shape;3240;p61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41" name="Google Shape;3241;p61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3242" name="Google Shape;3242;p61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3243" name="Google Shape;3243;p61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4" name="Google Shape;3244;p61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45" name="Google Shape;3245;p61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3246" name="Google Shape;3246;p61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47" name="Google Shape;3247;p61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248" name="Google Shape;3248;p61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9" name="Google Shape;3249;p61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0" name="Google Shape;3250;p61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51" name="Google Shape;3251;p61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52" name="Google Shape;3252;p61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253" name="Google Shape;3253;p61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4" name="Google Shape;3254;p61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5" name="Google Shape;3255;p61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56" name="Google Shape;3256;p61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257" name="Google Shape;3257;p61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8" name="Google Shape;3258;p61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259" name="Google Shape;3259;p61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0" name="Google Shape;3260;p61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261" name="Google Shape;3261;p61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3262" name="Google Shape;3262;p61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3" name="Google Shape;3263;p61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4" name="Google Shape;3264;p61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65" name="Google Shape;3265;p61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266" name="Google Shape;3266;p61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3267" name="Google Shape;3267;p61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3268" name="Google Shape;3268;p61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69" name="Google Shape;3269;p61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3270" name="Google Shape;3270;p61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3271" name="Google Shape;3271;p61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2" name="Google Shape;3272;p61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3273" name="Google Shape;3273;p61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74" name="Google Shape;3274;p61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275" name="Google Shape;3275;p61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6" name="Google Shape;3276;p61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3277" name="Google Shape;3277;p61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8" name="Google Shape;3278;p61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279" name="Google Shape;3279;p61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3280" name="Google Shape;3280;p61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1" name="Google Shape;3281;p61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2" name="Google Shape;3282;p61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283" name="Google Shape;3283;p61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3284" name="Google Shape;3284;p61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5" name="Google Shape;3285;p61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6" name="Google Shape;3286;p61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287" name="Google Shape;3287;p61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8" name="Google Shape;3288;p6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308122" y="1628450"/>
            <a:ext cx="3798715" cy="2996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9" name="Google Shape;3289;p61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2313641" y="1628445"/>
            <a:ext cx="2891649" cy="2996093"/>
          </a:xfrm>
          <a:prstGeom prst="rect">
            <a:avLst/>
          </a:prstGeom>
          <a:noFill/>
          <a:ln>
            <a:noFill/>
          </a:ln>
        </p:spPr>
      </p:pic>
      <p:sp>
        <p:nvSpPr>
          <p:cNvPr id="3290" name="Google Shape;3290;p61"/>
          <p:cNvSpPr txBox="1"/>
          <p:nvPr/>
        </p:nvSpPr>
        <p:spPr>
          <a:xfrm>
            <a:off x="2703225" y="703263"/>
            <a:ext cx="5286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Gradient Boosted Tree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3294" name="Shape 3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5" name="Google Shape;3295;p62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296" name="Google Shape;3296;p62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7" name="Google Shape;3297;p62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8" name="Google Shape;3298;p62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99" name="Google Shape;3299;p62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3300" name="Google Shape;3300;p62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3301" name="Google Shape;3301;p62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2" name="Google Shape;3302;p62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3303" name="Google Shape;3303;p62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3304" name="Google Shape;3304;p62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5" name="Google Shape;3305;p62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3306" name="Google Shape;3306;p62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7" name="Google Shape;3307;p62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3308" name="Google Shape;3308;p62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9" name="Google Shape;3309;p62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3310" name="Google Shape;3310;p62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1" name="Google Shape;3311;p62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2" name="Google Shape;3312;p62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3" name="Google Shape;3313;p62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4" name="Google Shape;3314;p62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5" name="Google Shape;3315;p62"/>
          <p:cNvSpPr txBox="1"/>
          <p:nvPr/>
        </p:nvSpPr>
        <p:spPr>
          <a:xfrm>
            <a:off x="2749825" y="405713"/>
            <a:ext cx="5286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Importance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6" name="Google Shape;3316;p62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17" name="Google Shape;3317;p62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318" name="Google Shape;3318;p62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9" name="Google Shape;3319;p62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0" name="Google Shape;3320;p62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1" name="Google Shape;3321;p62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322" name="Google Shape;3322;p62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3" name="Google Shape;3323;p62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324" name="Google Shape;3324;p62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5" name="Google Shape;3325;p62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3326" name="Google Shape;3326;p62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3327" name="Google Shape;3327;p62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8" name="Google Shape;3328;p62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9" name="Google Shape;3329;p62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30" name="Google Shape;3330;p62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3331" name="Google Shape;3331;p62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3332" name="Google Shape;3332;p62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3333" name="Google Shape;3333;p62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34" name="Google Shape;3334;p62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3335" name="Google Shape;3335;p62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3336" name="Google Shape;3336;p62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37" name="Google Shape;3337;p62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3338" name="Google Shape;3338;p62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39" name="Google Shape;3339;p62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340" name="Google Shape;3340;p62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1" name="Google Shape;3341;p62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3342" name="Google Shape;3342;p62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3" name="Google Shape;3343;p62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3344" name="Google Shape;3344;p62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3345" name="Google Shape;3345;p62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6" name="Google Shape;3346;p62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47" name="Google Shape;3347;p62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3348" name="Google Shape;3348;p62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3349" name="Google Shape;3349;p62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0" name="Google Shape;3350;p62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1" name="Google Shape;3351;p62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3352" name="Google Shape;3352;p62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53" name="Google Shape;3353;p62"/>
          <p:cNvGraphicFramePr/>
          <p:nvPr/>
        </p:nvGraphicFramePr>
        <p:xfrm>
          <a:off x="2666625" y="136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{F222600F-201E-4158-B94E-A693C648F713}</a:tableStyleId>
              </a:tblPr>
              <a:tblGrid>
                <a:gridCol w="1115850"/>
                <a:gridCol w="1597175"/>
                <a:gridCol w="1723425"/>
                <a:gridCol w="1573525"/>
              </a:tblGrid>
              <a:tr h="536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B4B5B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Model</a:t>
                      </a:r>
                      <a:endParaRPr b="1" sz="1800">
                        <a:solidFill>
                          <a:srgbClr val="B4B5B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B4B5B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Feature 1</a:t>
                      </a:r>
                      <a:endParaRPr b="1" sz="1800">
                        <a:solidFill>
                          <a:srgbClr val="B4B5B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B4B5B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Feature 2</a:t>
                      </a:r>
                      <a:endParaRPr b="1" sz="1800">
                        <a:solidFill>
                          <a:srgbClr val="B4B5B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B4B5B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Feature 3</a:t>
                      </a:r>
                      <a:endParaRPr b="1" sz="1800">
                        <a:solidFill>
                          <a:srgbClr val="B4B5B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80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Tree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(track_genre_5.0)</a:t>
                      </a:r>
                      <a:endParaRPr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(valence)</a:t>
                      </a:r>
                      <a:endParaRPr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track_genre_3.0</a:t>
                      </a:r>
                      <a:endParaRPr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80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(duration_ms)</a:t>
                      </a:r>
                      <a:endParaRPr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(valence)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(acousticness)</a:t>
                      </a:r>
                      <a:endParaRPr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111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Boosted Tree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(track_genre_5.0)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explicit_True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key_Eb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pSp>
        <p:nvGrpSpPr>
          <p:cNvPr id="3354" name="Google Shape;3354;p62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355" name="Google Shape;3355;p62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6" name="Google Shape;3356;p62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7" name="Google Shape;3357;p62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8" name="Google Shape;3358;p62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59" name="Google Shape;3359;p62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360" name="Google Shape;3360;p62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1" name="Google Shape;3361;p62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2" name="Google Shape;3362;p62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3" name="Google Shape;3363;p62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364" name="Google Shape;3364;p62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5" name="Google Shape;3365;p62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366" name="Google Shape;3366;p62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7" name="Google Shape;3367;p62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368" name="Google Shape;3368;p62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3369" name="Google Shape;3369;p62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0" name="Google Shape;3370;p62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1" name="Google Shape;3371;p62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72" name="Google Shape;3372;p62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373" name="Google Shape;3373;p62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3374" name="Google Shape;3374;p62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3375" name="Google Shape;3375;p62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76" name="Google Shape;3376;p62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3377" name="Google Shape;3377;p62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3378" name="Google Shape;3378;p62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79" name="Google Shape;3379;p62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3380" name="Google Shape;3380;p62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81" name="Google Shape;3381;p62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382" name="Google Shape;3382;p62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3" name="Google Shape;3383;p62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3384" name="Google Shape;3384;p62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5" name="Google Shape;3385;p62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386" name="Google Shape;3386;p62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3387" name="Google Shape;3387;p62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8" name="Google Shape;3388;p62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89" name="Google Shape;3389;p62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390" name="Google Shape;3390;p62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3391" name="Google Shape;3391;p62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2" name="Google Shape;3392;p62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93" name="Google Shape;3393;p62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394" name="Google Shape;3394;p62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3398" name="Shape 3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9" name="Google Shape;3399;p63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400" name="Google Shape;3400;p63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1" name="Google Shape;3401;p63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2" name="Google Shape;3402;p63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03" name="Google Shape;3403;p63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3404" name="Google Shape;3404;p63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3405" name="Google Shape;3405;p63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06" name="Google Shape;3406;p63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3407" name="Google Shape;3407;p63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3408" name="Google Shape;3408;p63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09" name="Google Shape;3409;p63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3410" name="Google Shape;3410;p63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1" name="Google Shape;3411;p63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3412" name="Google Shape;3412;p63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3" name="Google Shape;3413;p63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3414" name="Google Shape;3414;p63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5" name="Google Shape;3415;p63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6" name="Google Shape;3416;p63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7" name="Google Shape;3417;p63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8" name="Google Shape;3418;p63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9" name="Google Shape;3419;p63"/>
          <p:cNvSpPr txBox="1"/>
          <p:nvPr/>
        </p:nvSpPr>
        <p:spPr>
          <a:xfrm>
            <a:off x="2749825" y="634313"/>
            <a:ext cx="5286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Ensemble: Decision Tree + Random Forest + XGB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0" name="Google Shape;3420;p63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21" name="Google Shape;3421;p63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422" name="Google Shape;3422;p63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3" name="Google Shape;3423;p63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4" name="Google Shape;3424;p63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25" name="Google Shape;3425;p63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426" name="Google Shape;3426;p63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7" name="Google Shape;3427;p63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428" name="Google Shape;3428;p63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9" name="Google Shape;3429;p63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3430" name="Google Shape;3430;p63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3431" name="Google Shape;3431;p63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2" name="Google Shape;3432;p63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3" name="Google Shape;3433;p63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34" name="Google Shape;3434;p63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3435" name="Google Shape;3435;p63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3436" name="Google Shape;3436;p63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3437" name="Google Shape;3437;p63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38" name="Google Shape;3438;p63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3439" name="Google Shape;3439;p63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3440" name="Google Shape;3440;p63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41" name="Google Shape;3441;p63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3442" name="Google Shape;3442;p63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43" name="Google Shape;3443;p63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444" name="Google Shape;3444;p63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5" name="Google Shape;3445;p63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3446" name="Google Shape;3446;p63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7" name="Google Shape;3447;p63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3448" name="Google Shape;3448;p63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3449" name="Google Shape;3449;p63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0" name="Google Shape;3450;p63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51" name="Google Shape;3451;p63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3452" name="Google Shape;3452;p63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3453" name="Google Shape;3453;p63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4" name="Google Shape;3454;p63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55" name="Google Shape;3455;p63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3456" name="Google Shape;3456;p63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7" name="Google Shape;3457;p63"/>
          <p:cNvSpPr txBox="1"/>
          <p:nvPr/>
        </p:nvSpPr>
        <p:spPr>
          <a:xfrm>
            <a:off x="2666625" y="1813850"/>
            <a:ext cx="30651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Models</a:t>
            </a:r>
            <a:endParaRPr b="1" sz="16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600"/>
              <a:buFont typeface="Open Sans"/>
              <a:buChar char="-"/>
            </a:pPr>
            <a:r>
              <a:rPr lang="en-GB" sz="16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Base Model</a:t>
            </a:r>
            <a:endParaRPr sz="16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600"/>
              <a:buFont typeface="Open Sans"/>
              <a:buChar char="-"/>
            </a:pPr>
            <a:r>
              <a:rPr lang="en-GB" sz="16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Best Gradient Boosted Tree</a:t>
            </a:r>
            <a:endParaRPr sz="16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600"/>
              <a:buFont typeface="Open Sans"/>
              <a:buChar char="-"/>
            </a:pPr>
            <a:r>
              <a:rPr lang="en-GB" sz="16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Best Decision Tree</a:t>
            </a:r>
            <a:endParaRPr sz="16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600"/>
              <a:buFont typeface="Open Sans"/>
              <a:buChar char="-"/>
            </a:pPr>
            <a:r>
              <a:rPr lang="en-GB" sz="16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Final Estimator</a:t>
            </a:r>
            <a:endParaRPr sz="16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600"/>
              <a:buFont typeface="Open Sans"/>
              <a:buChar char="-"/>
            </a:pPr>
            <a:r>
              <a:rPr lang="en-GB" sz="16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Best Random Forest</a:t>
            </a:r>
            <a:endParaRPr sz="16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458" name="Google Shape;3458;p63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459" name="Google Shape;3459;p63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0" name="Google Shape;3460;p63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1" name="Google Shape;3461;p63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62" name="Google Shape;3462;p63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63" name="Google Shape;3463;p63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464" name="Google Shape;3464;p63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5" name="Google Shape;3465;p63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6" name="Google Shape;3466;p63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67" name="Google Shape;3467;p63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468" name="Google Shape;3468;p63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9" name="Google Shape;3469;p63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470" name="Google Shape;3470;p63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1" name="Google Shape;3471;p63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472" name="Google Shape;3472;p63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3473" name="Google Shape;3473;p63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4" name="Google Shape;3474;p63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5" name="Google Shape;3475;p63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76" name="Google Shape;3476;p63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477" name="Google Shape;3477;p63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3478" name="Google Shape;3478;p63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3479" name="Google Shape;3479;p63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80" name="Google Shape;3480;p63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3481" name="Google Shape;3481;p63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3482" name="Google Shape;3482;p63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83" name="Google Shape;3483;p63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3484" name="Google Shape;3484;p63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85" name="Google Shape;3485;p63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486" name="Google Shape;3486;p63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7" name="Google Shape;3487;p63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3488" name="Google Shape;3488;p63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9" name="Google Shape;3489;p63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490" name="Google Shape;3490;p63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3491" name="Google Shape;3491;p63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2" name="Google Shape;3492;p63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93" name="Google Shape;3493;p63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494" name="Google Shape;3494;p63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3495" name="Google Shape;3495;p63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6" name="Google Shape;3496;p63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97" name="Google Shape;3497;p63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498" name="Google Shape;3498;p63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99" name="Google Shape;3499;p63"/>
          <p:cNvGraphicFramePr/>
          <p:nvPr/>
        </p:nvGraphicFramePr>
        <p:xfrm>
          <a:off x="5755775" y="1582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{F222600F-201E-4158-B94E-A693C648F713}</a:tableStyleId>
              </a:tblPr>
              <a:tblGrid>
                <a:gridCol w="1534250"/>
                <a:gridCol w="1554000"/>
              </a:tblGrid>
              <a:tr h="47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B4B5B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Metric</a:t>
                      </a:r>
                      <a:endParaRPr b="1" sz="1800">
                        <a:solidFill>
                          <a:srgbClr val="B4B5B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B4B5B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Score</a:t>
                      </a:r>
                      <a:endParaRPr b="1" sz="1800">
                        <a:solidFill>
                          <a:srgbClr val="B4B5B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75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0.755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47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0.7745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687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0.728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89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F-1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B4B5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0.7503</a:t>
                      </a:r>
                      <a:endParaRPr sz="1800">
                        <a:solidFill>
                          <a:srgbClr val="B4B5B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3503" name="Shape 3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4" name="Google Shape;3504;p64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505" name="Google Shape;3505;p64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6" name="Google Shape;3506;p64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7" name="Google Shape;3507;p64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08" name="Google Shape;3508;p64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3509" name="Google Shape;3509;p64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3510" name="Google Shape;3510;p64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11" name="Google Shape;3511;p64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3512" name="Google Shape;3512;p64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3513" name="Google Shape;3513;p64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14" name="Google Shape;3514;p64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3515" name="Google Shape;3515;p64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6" name="Google Shape;3516;p64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3517" name="Google Shape;3517;p64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8" name="Google Shape;3518;p64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3519" name="Google Shape;3519;p64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0" name="Google Shape;3520;p64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1" name="Google Shape;3521;p64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2" name="Google Shape;3522;p64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23" name="Google Shape;3523;p64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524" name="Google Shape;3524;p64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5" name="Google Shape;3525;p64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6" name="Google Shape;3526;p64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27" name="Google Shape;3527;p64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528" name="Google Shape;3528;p64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9" name="Google Shape;3529;p64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530" name="Google Shape;3530;p64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1" name="Google Shape;3531;p64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3532" name="Google Shape;3532;p64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3533" name="Google Shape;3533;p64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4" name="Google Shape;3534;p64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5" name="Google Shape;3535;p64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36" name="Google Shape;3536;p64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3537" name="Google Shape;3537;p64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3538" name="Google Shape;3538;p64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3539" name="Google Shape;3539;p64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40" name="Google Shape;3540;p64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3541" name="Google Shape;3541;p64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3542" name="Google Shape;3542;p64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43" name="Google Shape;3543;p64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3544" name="Google Shape;3544;p64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45" name="Google Shape;3545;p64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546" name="Google Shape;3546;p64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7" name="Google Shape;3547;p64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3548" name="Google Shape;3548;p64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9" name="Google Shape;3549;p64">
            <a:hlinkClick/>
          </p:cNvPr>
          <p:cNvSpPr txBox="1"/>
          <p:nvPr/>
        </p:nvSpPr>
        <p:spPr>
          <a:xfrm>
            <a:off x="651992" y="3288586"/>
            <a:ext cx="5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Gallery</a:t>
            </a:r>
            <a:endParaRPr sz="1100"/>
          </a:p>
        </p:txBody>
      </p:sp>
      <p:grpSp>
        <p:nvGrpSpPr>
          <p:cNvPr id="3550" name="Google Shape;3550;p64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3551" name="Google Shape;3551;p64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2" name="Google Shape;3552;p64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53" name="Google Shape;3553;p64">
            <a:hlinkClick/>
          </p:cNvPr>
          <p:cNvSpPr txBox="1"/>
          <p:nvPr/>
        </p:nvSpPr>
        <p:spPr>
          <a:xfrm>
            <a:off x="651992" y="3628161"/>
            <a:ext cx="5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Pricing</a:t>
            </a:r>
            <a:endParaRPr sz="1100"/>
          </a:p>
        </p:txBody>
      </p:sp>
      <p:grpSp>
        <p:nvGrpSpPr>
          <p:cNvPr id="3554" name="Google Shape;3554;p64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3555" name="Google Shape;3555;p64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6" name="Google Shape;3556;p64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57" name="Google Shape;3557;p64">
            <a:hlinkClick/>
          </p:cNvPr>
          <p:cNvSpPr txBox="1"/>
          <p:nvPr/>
        </p:nvSpPr>
        <p:spPr>
          <a:xfrm>
            <a:off x="651992" y="3967736"/>
            <a:ext cx="78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 Us</a:t>
            </a:r>
            <a:endParaRPr sz="1100"/>
          </a:p>
        </p:txBody>
      </p:sp>
      <p:sp>
        <p:nvSpPr>
          <p:cNvPr id="3558" name="Google Shape;3558;p64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59" name="Google Shape;3559;p64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560" name="Google Shape;3560;p64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1" name="Google Shape;3561;p64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2" name="Google Shape;3562;p64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63" name="Google Shape;3563;p64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64" name="Google Shape;3564;p64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565" name="Google Shape;3565;p64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6" name="Google Shape;3566;p64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7" name="Google Shape;3567;p64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68" name="Google Shape;3568;p64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569" name="Google Shape;3569;p64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0" name="Google Shape;3570;p64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571" name="Google Shape;3571;p64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2" name="Google Shape;3572;p64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573" name="Google Shape;3573;p64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3574" name="Google Shape;3574;p64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5" name="Google Shape;3575;p64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6" name="Google Shape;3576;p64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77" name="Google Shape;3577;p64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578" name="Google Shape;3578;p64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3579" name="Google Shape;3579;p64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3580" name="Google Shape;3580;p64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81" name="Google Shape;3581;p64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3582" name="Google Shape;3582;p64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3583" name="Google Shape;3583;p64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84" name="Google Shape;3584;p64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3585" name="Google Shape;3585;p64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86" name="Google Shape;3586;p64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587" name="Google Shape;3587;p64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8" name="Google Shape;3588;p64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1ED760"/>
              </a:solidFill>
            </a:endParaRPr>
          </a:p>
        </p:txBody>
      </p:sp>
      <p:sp>
        <p:nvSpPr>
          <p:cNvPr id="3589" name="Google Shape;3589;p64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0" name="Google Shape;3590;p64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591" name="Google Shape;3591;p64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3592" name="Google Shape;3592;p64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3" name="Google Shape;3593;p64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94" name="Google Shape;3594;p64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595" name="Google Shape;3595;p64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3596" name="Google Shape;3596;p64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7" name="Google Shape;3597;p64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98" name="Google Shape;3598;p64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599" name="Google Shape;3599;p64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0" name="Google Shape;3600;p64"/>
          <p:cNvSpPr txBox="1"/>
          <p:nvPr/>
        </p:nvSpPr>
        <p:spPr>
          <a:xfrm>
            <a:off x="2703225" y="703263"/>
            <a:ext cx="5286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Ensemble Model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01" name="Google Shape;3601;p64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228787" y="1655138"/>
            <a:ext cx="3798000" cy="299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2" name="Google Shape;3602;p64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2210338" y="1656738"/>
            <a:ext cx="2890801" cy="299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3606" name="Shape 3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7" name="Google Shape;3607;p65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608" name="Google Shape;3608;p65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9" name="Google Shape;3609;p65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0" name="Google Shape;3610;p65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11" name="Google Shape;3611;p65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3612" name="Google Shape;3612;p65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3613" name="Google Shape;3613;p65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14" name="Google Shape;3614;p65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3615" name="Google Shape;3615;p65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3616" name="Google Shape;3616;p65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17" name="Google Shape;3617;p65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3618" name="Google Shape;3618;p65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9" name="Google Shape;3619;p65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3620" name="Google Shape;3620;p65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1" name="Google Shape;3621;p65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3622" name="Google Shape;3622;p65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3" name="Google Shape;3623;p65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4" name="Google Shape;3624;p65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5" name="Google Shape;3625;p65"/>
          <p:cNvSpPr txBox="1"/>
          <p:nvPr/>
        </p:nvSpPr>
        <p:spPr>
          <a:xfrm>
            <a:off x="2749825" y="842213"/>
            <a:ext cx="5286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Deployment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6" name="Google Shape;3626;p65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27" name="Google Shape;3627;p65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628" name="Google Shape;3628;p65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9" name="Google Shape;3629;p65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0" name="Google Shape;3630;p65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31" name="Google Shape;3631;p65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632" name="Google Shape;3632;p65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3" name="Google Shape;3633;p65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634" name="Google Shape;3634;p65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5" name="Google Shape;3635;p65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636" name="Google Shape;3636;p65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3637" name="Google Shape;3637;p65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8" name="Google Shape;3638;p65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9" name="Google Shape;3639;p65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0" name="Google Shape;3640;p65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641" name="Google Shape;3641;p65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3642" name="Google Shape;3642;p65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3643" name="Google Shape;3643;p65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44" name="Google Shape;3644;p65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3645" name="Google Shape;3645;p65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3646" name="Google Shape;3646;p65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7" name="Google Shape;3647;p65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3648" name="Google Shape;3648;p65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49" name="Google Shape;3649;p65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650" name="Google Shape;3650;p65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1" name="Google Shape;3651;p65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652" name="Google Shape;3652;p65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3" name="Google Shape;3653;p65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/>
          </a:p>
        </p:txBody>
      </p:sp>
      <p:grpSp>
        <p:nvGrpSpPr>
          <p:cNvPr id="3654" name="Google Shape;3654;p65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3655" name="Google Shape;3655;p65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6" name="Google Shape;3656;p65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7" name="Google Shape;3657;p65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658" name="Google Shape;3658;p65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3659" name="Google Shape;3659;p65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0" name="Google Shape;3660;p65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61" name="Google Shape;3661;p65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662" name="Google Shape;3662;p65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63" name="Google Shape;3663;p65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664" name="Google Shape;3664;p65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5" name="Google Shape;3665;p65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6" name="Google Shape;3666;p65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67" name="Google Shape;3667;p65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68" name="Google Shape;3668;p65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669" name="Google Shape;3669;p65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0" name="Google Shape;3670;p65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1" name="Google Shape;3671;p65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72" name="Google Shape;3672;p65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673" name="Google Shape;3673;p65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4" name="Google Shape;3674;p65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675" name="Google Shape;3675;p65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6" name="Google Shape;3676;p65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677" name="Google Shape;3677;p65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3678" name="Google Shape;3678;p65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9" name="Google Shape;3679;p65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0" name="Google Shape;3680;p65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81" name="Google Shape;3681;p65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682" name="Google Shape;3682;p65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3683" name="Google Shape;3683;p65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3684" name="Google Shape;3684;p65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85" name="Google Shape;3685;p65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3686" name="Google Shape;3686;p65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3687" name="Google Shape;3687;p65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88" name="Google Shape;3688;p65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3689" name="Google Shape;3689;p65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90" name="Google Shape;3690;p65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691" name="Google Shape;3691;p65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2" name="Google Shape;3692;p65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693" name="Google Shape;3693;p65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4" name="Google Shape;3694;p65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1ED760"/>
              </a:solidFill>
            </a:endParaRPr>
          </a:p>
        </p:txBody>
      </p:sp>
      <p:grpSp>
        <p:nvGrpSpPr>
          <p:cNvPr id="3695" name="Google Shape;3695;p65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3696" name="Google Shape;3696;p65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7" name="Google Shape;3697;p65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98" name="Google Shape;3698;p65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699" name="Google Shape;3699;p65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3700" name="Google Shape;3700;p65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1" name="Google Shape;3701;p65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02" name="Google Shape;3702;p65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703" name="Google Shape;3703;p65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4" name="Google Shape;3704;p65"/>
          <p:cNvSpPr txBox="1"/>
          <p:nvPr/>
        </p:nvSpPr>
        <p:spPr>
          <a:xfrm>
            <a:off x="2666625" y="1650650"/>
            <a:ext cx="6177300" cy="3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Roboto"/>
              <a:buAutoNum type="arabicPeriod"/>
            </a:pPr>
            <a:r>
              <a:rPr b="1" lang="en-GB" sz="1300">
                <a:solidFill>
                  <a:srgbClr val="B4B5B2"/>
                </a:solidFill>
                <a:latin typeface="Roboto"/>
                <a:ea typeface="Roboto"/>
                <a:cs typeface="Roboto"/>
                <a:sym typeface="Roboto"/>
              </a:rPr>
              <a:t>Data Collection (AWS S3)</a:t>
            </a:r>
            <a:endParaRPr sz="1300">
              <a:solidFill>
                <a:srgbClr val="B4B5B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Roboto"/>
              <a:buAutoNum type="arabicPeriod"/>
            </a:pPr>
            <a:r>
              <a:rPr b="1" lang="en-GB" sz="1300">
                <a:solidFill>
                  <a:srgbClr val="B4B5B2"/>
                </a:solidFill>
                <a:latin typeface="Roboto"/>
                <a:ea typeface="Roboto"/>
                <a:cs typeface="Roboto"/>
                <a:sym typeface="Roboto"/>
              </a:rPr>
              <a:t>Data Preprocessing (Airflow Automation)</a:t>
            </a:r>
            <a:endParaRPr sz="1300">
              <a:solidFill>
                <a:srgbClr val="B4B5B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Roboto"/>
              <a:buAutoNum type="arabicPeriod"/>
            </a:pPr>
            <a:r>
              <a:rPr b="1" lang="en-GB" sz="1300">
                <a:solidFill>
                  <a:srgbClr val="B4B5B2"/>
                </a:solidFill>
                <a:latin typeface="Roboto"/>
                <a:ea typeface="Roboto"/>
                <a:cs typeface="Roboto"/>
                <a:sym typeface="Roboto"/>
              </a:rPr>
              <a:t>Model Training (AWS SageMaker)</a:t>
            </a:r>
            <a:endParaRPr sz="1300">
              <a:solidFill>
                <a:srgbClr val="B4B5B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Roboto"/>
              <a:buAutoNum type="arabicPeriod"/>
            </a:pPr>
            <a:r>
              <a:rPr b="1" lang="en-GB" sz="1300">
                <a:solidFill>
                  <a:srgbClr val="B4B5B2"/>
                </a:solidFill>
                <a:latin typeface="Roboto"/>
                <a:ea typeface="Roboto"/>
                <a:cs typeface="Roboto"/>
                <a:sym typeface="Roboto"/>
              </a:rPr>
              <a:t>Model Deployment (FAST API &amp; Docker)</a:t>
            </a:r>
            <a:endParaRPr sz="1300">
              <a:solidFill>
                <a:srgbClr val="B4B5B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Roboto"/>
              <a:buAutoNum type="arabicPeriod"/>
            </a:pPr>
            <a:r>
              <a:rPr b="1" lang="en-GB" sz="1300">
                <a:solidFill>
                  <a:srgbClr val="B4B5B2"/>
                </a:solidFill>
                <a:latin typeface="Roboto"/>
                <a:ea typeface="Roboto"/>
                <a:cs typeface="Roboto"/>
                <a:sym typeface="Roboto"/>
              </a:rPr>
              <a:t>API Integration (AWS Lambda)</a:t>
            </a:r>
            <a:endParaRPr sz="1300">
              <a:solidFill>
                <a:srgbClr val="B4B5B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Roboto"/>
              <a:buAutoNum type="arabicPeriod"/>
            </a:pPr>
            <a:r>
              <a:rPr b="1" lang="en-GB" sz="1300">
                <a:solidFill>
                  <a:srgbClr val="B4B5B2"/>
                </a:solidFill>
                <a:latin typeface="Roboto"/>
                <a:ea typeface="Roboto"/>
                <a:cs typeface="Roboto"/>
                <a:sym typeface="Roboto"/>
              </a:rPr>
              <a:t>Monitoring (</a:t>
            </a:r>
            <a:r>
              <a:rPr b="1" lang="en-GB" sz="1300">
                <a:solidFill>
                  <a:srgbClr val="B4B5B2"/>
                </a:solidFill>
                <a:latin typeface="Roboto"/>
                <a:ea typeface="Roboto"/>
                <a:cs typeface="Roboto"/>
                <a:sym typeface="Roboto"/>
              </a:rPr>
              <a:t>Prometheus/Grafana</a:t>
            </a:r>
            <a:r>
              <a:rPr b="1" lang="en-GB" sz="1300">
                <a:solidFill>
                  <a:srgbClr val="B4B5B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1300">
              <a:solidFill>
                <a:srgbClr val="B4B5B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Roboto"/>
              <a:buAutoNum type="arabicPeriod"/>
            </a:pPr>
            <a:r>
              <a:rPr b="1" lang="en-GB" sz="1300">
                <a:solidFill>
                  <a:srgbClr val="B4B5B2"/>
                </a:solidFill>
                <a:latin typeface="Roboto"/>
                <a:ea typeface="Roboto"/>
                <a:cs typeface="Roboto"/>
                <a:sym typeface="Roboto"/>
              </a:rPr>
              <a:t>End-User Interface (</a:t>
            </a:r>
            <a:r>
              <a:rPr b="1" lang="en-GB" sz="1300">
                <a:solidFill>
                  <a:srgbClr val="B4B5B2"/>
                </a:solidFill>
                <a:latin typeface="Roboto"/>
                <a:ea typeface="Roboto"/>
                <a:cs typeface="Roboto"/>
                <a:sym typeface="Roboto"/>
              </a:rPr>
              <a:t>Streamlit/</a:t>
            </a:r>
            <a:r>
              <a:rPr b="1" lang="en-GB" sz="1300">
                <a:solidFill>
                  <a:srgbClr val="B4B5B2"/>
                </a:solidFill>
                <a:latin typeface="Roboto"/>
                <a:ea typeface="Roboto"/>
                <a:cs typeface="Roboto"/>
                <a:sym typeface="Roboto"/>
              </a:rPr>
              <a:t>Tableau)</a:t>
            </a:r>
            <a:endParaRPr sz="1300">
              <a:solidFill>
                <a:srgbClr val="B4B5B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3708" name="Shape 3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9" name="Google Shape;3709;p66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710" name="Google Shape;3710;p66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1" name="Google Shape;3711;p66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2" name="Google Shape;3712;p66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13" name="Google Shape;3713;p66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3714" name="Google Shape;3714;p66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3715" name="Google Shape;3715;p66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16" name="Google Shape;3716;p66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3717" name="Google Shape;3717;p66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3718" name="Google Shape;3718;p66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19" name="Google Shape;3719;p66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3720" name="Google Shape;3720;p66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1" name="Google Shape;3721;p66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3722" name="Google Shape;3722;p66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3" name="Google Shape;3723;p66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3724" name="Google Shape;3724;p66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5" name="Google Shape;3725;p66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6" name="Google Shape;3726;p66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7" name="Google Shape;3727;p66"/>
          <p:cNvSpPr txBox="1"/>
          <p:nvPr/>
        </p:nvSpPr>
        <p:spPr>
          <a:xfrm>
            <a:off x="2749825" y="634313"/>
            <a:ext cx="5286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8" name="Google Shape;3728;p66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29" name="Google Shape;3729;p66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730" name="Google Shape;3730;p66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1" name="Google Shape;3731;p66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2" name="Google Shape;3732;p66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33" name="Google Shape;3733;p66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734" name="Google Shape;3734;p66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5" name="Google Shape;3735;p66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736" name="Google Shape;3736;p66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7" name="Google Shape;3737;p66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738" name="Google Shape;3738;p66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3739" name="Google Shape;3739;p66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0" name="Google Shape;3740;p66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1" name="Google Shape;3741;p66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42" name="Google Shape;3742;p66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743" name="Google Shape;3743;p66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3744" name="Google Shape;3744;p66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3745" name="Google Shape;3745;p66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46" name="Google Shape;3746;p66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3747" name="Google Shape;3747;p66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3748" name="Google Shape;3748;p66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49" name="Google Shape;3749;p66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3750" name="Google Shape;3750;p66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51" name="Google Shape;3751;p66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752" name="Google Shape;3752;p66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3" name="Google Shape;3753;p66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754" name="Google Shape;3754;p66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5" name="Google Shape;3755;p66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/>
          </a:p>
        </p:txBody>
      </p:sp>
      <p:grpSp>
        <p:nvGrpSpPr>
          <p:cNvPr id="3756" name="Google Shape;3756;p66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3757" name="Google Shape;3757;p66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8" name="Google Shape;3758;p66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9" name="Google Shape;3759;p66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760" name="Google Shape;3760;p66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3761" name="Google Shape;3761;p66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2" name="Google Shape;3762;p66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63" name="Google Shape;3763;p66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764" name="Google Shape;3764;p66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65" name="Google Shape;3765;p66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766" name="Google Shape;3766;p66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7" name="Google Shape;3767;p66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8" name="Google Shape;3768;p66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69" name="Google Shape;3769;p66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70" name="Google Shape;3770;p66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771" name="Google Shape;3771;p66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2" name="Google Shape;3772;p66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3" name="Google Shape;3773;p66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74" name="Google Shape;3774;p66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775" name="Google Shape;3775;p66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6" name="Google Shape;3776;p66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777" name="Google Shape;3777;p66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8" name="Google Shape;3778;p66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779" name="Google Shape;3779;p66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3780" name="Google Shape;3780;p66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1" name="Google Shape;3781;p66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2" name="Google Shape;3782;p66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83" name="Google Shape;3783;p66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784" name="Google Shape;3784;p66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3785" name="Google Shape;3785;p66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3786" name="Google Shape;3786;p66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87" name="Google Shape;3787;p66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3788" name="Google Shape;3788;p66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3789" name="Google Shape;3789;p66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90" name="Google Shape;3790;p66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3791" name="Google Shape;3791;p66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92" name="Google Shape;3792;p66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793" name="Google Shape;3793;p66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4" name="Google Shape;3794;p66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795" name="Google Shape;3795;p66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6" name="Google Shape;3796;p66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1ED760"/>
              </a:solidFill>
            </a:endParaRPr>
          </a:p>
        </p:txBody>
      </p:sp>
      <p:grpSp>
        <p:nvGrpSpPr>
          <p:cNvPr id="3797" name="Google Shape;3797;p66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3798" name="Google Shape;3798;p66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9" name="Google Shape;3799;p66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00" name="Google Shape;3800;p66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801" name="Google Shape;3801;p66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3802" name="Google Shape;3802;p66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3" name="Google Shape;3803;p66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04" name="Google Shape;3804;p66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805" name="Google Shape;3805;p66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6" name="Google Shape;3806;p66"/>
          <p:cNvSpPr txBox="1"/>
          <p:nvPr/>
        </p:nvSpPr>
        <p:spPr>
          <a:xfrm>
            <a:off x="2666625" y="1477550"/>
            <a:ext cx="6177300" cy="3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500"/>
              <a:buFont typeface="Open Sans"/>
              <a:buChar char="-"/>
            </a:pPr>
            <a:r>
              <a:rPr lang="en-GB" sz="15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It is possible to predict whether a song will be popular around 75 percent of </a:t>
            </a:r>
            <a:r>
              <a:rPr lang="en-GB" sz="15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the</a:t>
            </a:r>
            <a:r>
              <a:rPr lang="en-GB" sz="15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 time</a:t>
            </a:r>
            <a:endParaRPr sz="15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500"/>
              <a:buFont typeface="Open Sans"/>
              <a:buChar char="-"/>
            </a:pPr>
            <a:r>
              <a:rPr lang="en-GB" sz="15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Sad songs (key Eb, low valence) and explicit songs are popular, confirming research about the societal shift toward negativity in music</a:t>
            </a:r>
            <a:endParaRPr sz="15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500"/>
              <a:buFont typeface="Open Sans"/>
              <a:buChar char="-"/>
            </a:pPr>
            <a:r>
              <a:rPr lang="en-GB" sz="15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The negative feature importance of acousticness shows the rise </a:t>
            </a:r>
            <a:r>
              <a:rPr lang="en-GB" sz="15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electronically</a:t>
            </a:r>
            <a:r>
              <a:rPr lang="en-GB" sz="15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 created music which could open up the possibility of AI assisted music creation in the future</a:t>
            </a:r>
            <a:endParaRPr sz="15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3810" name="Shape 3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1" name="Google Shape;3811;p67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812" name="Google Shape;3812;p67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3" name="Google Shape;3813;p67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4" name="Google Shape;3814;p67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15" name="Google Shape;3815;p67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3816" name="Google Shape;3816;p67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3817" name="Google Shape;3817;p67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18" name="Google Shape;3818;p67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3819" name="Google Shape;3819;p67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3820" name="Google Shape;3820;p67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21" name="Google Shape;3821;p67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3822" name="Google Shape;3822;p67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3" name="Google Shape;3823;p67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3824" name="Google Shape;3824;p67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5" name="Google Shape;3825;p67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3826" name="Google Shape;3826;p67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7" name="Google Shape;3827;p67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8" name="Google Shape;3828;p67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9" name="Google Shape;3829;p67"/>
          <p:cNvSpPr txBox="1"/>
          <p:nvPr/>
        </p:nvSpPr>
        <p:spPr>
          <a:xfrm>
            <a:off x="2749825" y="634313"/>
            <a:ext cx="5286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0" name="Google Shape;3830;p67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31" name="Google Shape;3831;p67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832" name="Google Shape;3832;p67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3" name="Google Shape;3833;p67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4" name="Google Shape;3834;p67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35" name="Google Shape;3835;p67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836" name="Google Shape;3836;p67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7" name="Google Shape;3837;p67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838" name="Google Shape;3838;p67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9" name="Google Shape;3839;p67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/>
          </a:p>
        </p:txBody>
      </p:sp>
      <p:grpSp>
        <p:nvGrpSpPr>
          <p:cNvPr id="3840" name="Google Shape;3840;p67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3841" name="Google Shape;3841;p67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2" name="Google Shape;3842;p67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3" name="Google Shape;3843;p67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44" name="Google Shape;3844;p67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/>
          </a:p>
        </p:txBody>
      </p:sp>
      <p:grpSp>
        <p:nvGrpSpPr>
          <p:cNvPr id="3845" name="Google Shape;3845;p67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3846" name="Google Shape;3846;p67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3847" name="Google Shape;3847;p67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48" name="Google Shape;3848;p67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3849" name="Google Shape;3849;p67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3850" name="Google Shape;3850;p67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51" name="Google Shape;3851;p67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3852" name="Google Shape;3852;p67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53" name="Google Shape;3853;p67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854" name="Google Shape;3854;p67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5" name="Google Shape;3855;p67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856" name="Google Shape;3856;p67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7" name="Google Shape;3857;p67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858" name="Google Shape;3858;p67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3859" name="Google Shape;3859;p67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0" name="Google Shape;3860;p67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61" name="Google Shape;3861;p67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1ED760"/>
              </a:solidFill>
            </a:endParaRPr>
          </a:p>
        </p:txBody>
      </p:sp>
      <p:grpSp>
        <p:nvGrpSpPr>
          <p:cNvPr id="3862" name="Google Shape;3862;p67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3863" name="Google Shape;3863;p67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4" name="Google Shape;3864;p67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65" name="Google Shape;3865;p67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866" name="Google Shape;3866;p67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67" name="Google Shape;3867;p67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868" name="Google Shape;3868;p67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9" name="Google Shape;3869;p67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0" name="Google Shape;3870;p67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71" name="Google Shape;3871;p67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72" name="Google Shape;3872;p67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873" name="Google Shape;3873;p67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4" name="Google Shape;3874;p67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5" name="Google Shape;3875;p67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76" name="Google Shape;3876;p67">
            <a:hlinkClick action="ppaction://hlinksldjump" r:id="rId10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877" name="Google Shape;3877;p67">
            <a:hlinkClick action="ppaction://hlinksldjump" r:id="rId11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8" name="Google Shape;3878;p67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879" name="Google Shape;3879;p67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0" name="Google Shape;3880;p67">
            <a:hlinkClick action="ppaction://hlinksldjump" r:id="rId12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881" name="Google Shape;3881;p67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3882" name="Google Shape;3882;p67">
              <a:hlinkClick action="ppaction://hlinksldjump" r:id="rId13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3" name="Google Shape;3883;p67">
              <a:hlinkClick action="ppaction://hlinksldjump" r:id="rId14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4" name="Google Shape;3884;p67">
              <a:hlinkClick action="ppaction://hlinksldjump" r:id="rId15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85" name="Google Shape;3885;p67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886" name="Google Shape;3886;p67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3887" name="Google Shape;3887;p67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3888" name="Google Shape;3888;p67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89" name="Google Shape;3889;p67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3890" name="Google Shape;3890;p67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3891" name="Google Shape;3891;p67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92" name="Google Shape;3892;p67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3893" name="Google Shape;3893;p67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94" name="Google Shape;3894;p67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895" name="Google Shape;3895;p67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6" name="Google Shape;3896;p67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897" name="Google Shape;3897;p67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8" name="Google Shape;3898;p67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899" name="Google Shape;3899;p67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3900" name="Google Shape;3900;p67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1" name="Google Shape;3901;p67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02" name="Google Shape;3902;p67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1ED760"/>
              </a:solidFill>
            </a:endParaRPr>
          </a:p>
        </p:txBody>
      </p:sp>
      <p:grpSp>
        <p:nvGrpSpPr>
          <p:cNvPr id="3903" name="Google Shape;3903;p67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3904" name="Google Shape;3904;p67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5" name="Google Shape;3905;p67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06" name="Google Shape;3906;p67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DDDFDA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907" name="Google Shape;3907;p67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8" name="Google Shape;3908;p67"/>
          <p:cNvSpPr txBox="1"/>
          <p:nvPr/>
        </p:nvSpPr>
        <p:spPr>
          <a:xfrm>
            <a:off x="3321175" y="1838100"/>
            <a:ext cx="4544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9" name="Google Shape;3909;p67"/>
          <p:cNvSpPr txBox="1"/>
          <p:nvPr/>
        </p:nvSpPr>
        <p:spPr>
          <a:xfrm>
            <a:off x="2666625" y="1553750"/>
            <a:ext cx="61773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600"/>
              <a:buFont typeface="Open Sans"/>
              <a:buChar char="-"/>
            </a:pPr>
            <a:r>
              <a:rPr lang="en-GB" sz="16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Artists</a:t>
            </a:r>
            <a:r>
              <a:rPr lang="en-GB" sz="16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 should make “sad” songs and </a:t>
            </a:r>
            <a:r>
              <a:rPr lang="en-GB" sz="16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evaluate these songs</a:t>
            </a:r>
            <a:r>
              <a:rPr lang="en-GB" sz="16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6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popularity</a:t>
            </a:r>
            <a:r>
              <a:rPr lang="en-GB" sz="16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 versus the rest of their music</a:t>
            </a:r>
            <a:endParaRPr sz="16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600"/>
              <a:buFont typeface="Open Sans"/>
              <a:buChar char="-"/>
            </a:pPr>
            <a:r>
              <a:rPr lang="en-GB" sz="16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Producers can use this model to identify lesser known artists whose songs are predicted to be popular</a:t>
            </a:r>
            <a:endParaRPr sz="16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600"/>
              <a:buFont typeface="Open Sans"/>
              <a:buChar char="-"/>
            </a:pPr>
            <a:r>
              <a:rPr lang="en-GB" sz="16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Spotify can use this type of model to improve their recommendation algorithm by pushing songs that are determined to be popular</a:t>
            </a:r>
            <a:endParaRPr sz="16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12" scaled="0"/>
        </a:gradFill>
      </p:bgPr>
    </p:bg>
    <p:spTree>
      <p:nvGrpSpPr>
        <p:cNvPr id="3913" name="Shape 3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4" name="Google Shape;3914;p68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915" name="Google Shape;3915;p68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6" name="Google Shape;3916;p68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7" name="Google Shape;3917;p68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18" name="Google Shape;3918;p68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3919" name="Google Shape;3919;p68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3920" name="Google Shape;3920;p68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21" name="Google Shape;3921;p68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3922" name="Google Shape;3922;p68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3923" name="Google Shape;3923;p68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24" name="Google Shape;3924;p68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3925" name="Google Shape;3925;p68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6" name="Google Shape;3926;p68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3927" name="Google Shape;3927;p68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8" name="Google Shape;3928;p68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Group5</a:t>
            </a:r>
            <a:endParaRPr sz="1100"/>
          </a:p>
        </p:txBody>
      </p:sp>
      <p:sp>
        <p:nvSpPr>
          <p:cNvPr id="3929" name="Google Shape;3929;p68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0" name="Google Shape;3930;p68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1" name="Google Shape;3931;p68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2" name="Google Shape;3932;p68"/>
          <p:cNvSpPr txBox="1"/>
          <p:nvPr/>
        </p:nvSpPr>
        <p:spPr>
          <a:xfrm>
            <a:off x="2749825" y="253313"/>
            <a:ext cx="5286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3" name="Google Shape;3933;p68"/>
          <p:cNvSpPr/>
          <p:nvPr/>
        </p:nvSpPr>
        <p:spPr>
          <a:xfrm>
            <a:off x="-4580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34" name="Google Shape;3934;p68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3935" name="Google Shape;3935;p68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6" name="Google Shape;3936;p68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7" name="Google Shape;3937;p68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8" name="Google Shape;3938;p68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939" name="Google Shape;3939;p68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0" name="Google Shape;3940;p68">
            <a:hlinkClick/>
          </p:cNvPr>
          <p:cNvSpPr txBox="1"/>
          <p:nvPr/>
        </p:nvSpPr>
        <p:spPr>
          <a:xfrm>
            <a:off x="651992" y="977028"/>
            <a:ext cx="65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941" name="Google Shape;3941;p68">
            <a:hlinkClick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2" name="Google Shape;3942;p68">
            <a:hlinkClick action="ppaction://hlinksldjump" r:id="rId5"/>
          </p:cNvPr>
          <p:cNvSpPr txBox="1"/>
          <p:nvPr/>
        </p:nvSpPr>
        <p:spPr>
          <a:xfrm>
            <a:off x="651992" y="1313842"/>
            <a:ext cx="80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943" name="Google Shape;3943;p68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3944" name="Google Shape;3944;p68">
              <a:hlinkClick action="ppaction://hlinksldjump" r:id="rId6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5" name="Google Shape;3945;p68">
              <a:hlinkClick action="ppaction://hlinksldjump" r:id="rId7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6" name="Google Shape;3946;p68">
              <a:hlinkClick action="ppaction://hlinksldjump" r:id="rId8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47" name="Google Shape;3947;p68">
            <a:hlinkClick/>
          </p:cNvPr>
          <p:cNvSpPr txBox="1"/>
          <p:nvPr/>
        </p:nvSpPr>
        <p:spPr>
          <a:xfrm>
            <a:off x="652002" y="1650650"/>
            <a:ext cx="7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 Review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948" name="Google Shape;3948;p68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3949" name="Google Shape;3949;p68">
              <a:hlinkClick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3950" name="Google Shape;3950;p68">
              <a:hlinkClick/>
            </p:cNvPr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51" name="Google Shape;3951;p68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3952" name="Google Shape;3952;p68">
              <a:hlinkClick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3953" name="Google Shape;3953;p68">
              <a:hlinkClick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54" name="Google Shape;3954;p68">
            <a:hlinkClick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sz="1100">
              <a:solidFill>
                <a:srgbClr val="DDDFDA"/>
              </a:solidFill>
            </a:endParaRPr>
          </a:p>
        </p:txBody>
      </p:sp>
      <p:cxnSp>
        <p:nvCxnSpPr>
          <p:cNvPr id="3955" name="Google Shape;3955;p68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56" name="Google Shape;3956;p68">
            <a:hlinkClick/>
          </p:cNvPr>
          <p:cNvSpPr txBox="1"/>
          <p:nvPr/>
        </p:nvSpPr>
        <p:spPr>
          <a:xfrm>
            <a:off x="652003" y="2609425"/>
            <a:ext cx="135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957" name="Google Shape;3957;p68">
            <a:hlinkClick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8" name="Google Shape;3958;p68">
            <a:hlinkClick/>
          </p:cNvPr>
          <p:cNvSpPr txBox="1"/>
          <p:nvPr/>
        </p:nvSpPr>
        <p:spPr>
          <a:xfrm>
            <a:off x="651992" y="2949011"/>
            <a:ext cx="73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Modeling</a:t>
            </a:r>
            <a:endParaRPr sz="1100">
              <a:solidFill>
                <a:srgbClr val="DDDFDA"/>
              </a:solidFill>
            </a:endParaRPr>
          </a:p>
        </p:txBody>
      </p:sp>
      <p:sp>
        <p:nvSpPr>
          <p:cNvPr id="3959" name="Google Shape;3959;p68">
            <a:hlinkClick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0" name="Google Shape;3960;p68">
            <a:hlinkClick/>
          </p:cNvPr>
          <p:cNvSpPr txBox="1"/>
          <p:nvPr/>
        </p:nvSpPr>
        <p:spPr>
          <a:xfrm>
            <a:off x="652007" y="328857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961" name="Google Shape;3961;p68"/>
          <p:cNvGrpSpPr/>
          <p:nvPr/>
        </p:nvGrpSpPr>
        <p:grpSpPr>
          <a:xfrm>
            <a:off x="331523" y="3288712"/>
            <a:ext cx="152780" cy="152780"/>
            <a:chOff x="5762625" y="3095625"/>
            <a:chExt cx="665130" cy="665130"/>
          </a:xfrm>
        </p:grpSpPr>
        <p:sp>
          <p:nvSpPr>
            <p:cNvPr id="3962" name="Google Shape;3962;p68">
              <a:hlinkClick/>
            </p:cNvPr>
            <p:cNvSpPr/>
            <p:nvPr/>
          </p:nvSpPr>
          <p:spPr>
            <a:xfrm>
              <a:off x="5762625" y="3095625"/>
              <a:ext cx="665130" cy="665130"/>
            </a:xfrm>
            <a:custGeom>
              <a:rect b="b" l="l" r="r" t="t"/>
              <a:pathLst>
                <a:path extrusionOk="0" h="665130" w="665130">
                  <a:moveTo>
                    <a:pt x="663035" y="100298"/>
                  </a:moveTo>
                  <a:cubicBezTo>
                    <a:pt x="650938" y="40481"/>
                    <a:pt x="601599" y="95"/>
                    <a:pt x="540639" y="0"/>
                  </a:cubicBezTo>
                  <a:cubicBezTo>
                    <a:pt x="471392" y="0"/>
                    <a:pt x="402050" y="0"/>
                    <a:pt x="332804" y="0"/>
                  </a:cubicBezTo>
                  <a:cubicBezTo>
                    <a:pt x="263557" y="0"/>
                    <a:pt x="193643" y="0"/>
                    <a:pt x="124111" y="0"/>
                  </a:cubicBezTo>
                  <a:cubicBezTo>
                    <a:pt x="54388" y="191"/>
                    <a:pt x="95" y="54483"/>
                    <a:pt x="0" y="124397"/>
                  </a:cubicBezTo>
                  <a:cubicBezTo>
                    <a:pt x="0" y="263176"/>
                    <a:pt x="0" y="401955"/>
                    <a:pt x="0" y="540830"/>
                  </a:cubicBezTo>
                  <a:cubicBezTo>
                    <a:pt x="0" y="549021"/>
                    <a:pt x="572" y="557117"/>
                    <a:pt x="2191" y="565118"/>
                  </a:cubicBezTo>
                  <a:cubicBezTo>
                    <a:pt x="14478" y="624840"/>
                    <a:pt x="63818" y="665131"/>
                    <a:pt x="124778" y="665131"/>
                  </a:cubicBezTo>
                  <a:cubicBezTo>
                    <a:pt x="260414" y="665131"/>
                    <a:pt x="395954" y="665131"/>
                    <a:pt x="531590" y="665131"/>
                  </a:cubicBezTo>
                  <a:cubicBezTo>
                    <a:pt x="539020" y="665131"/>
                    <a:pt x="546354" y="664845"/>
                    <a:pt x="553784" y="663988"/>
                  </a:cubicBezTo>
                  <a:cubicBezTo>
                    <a:pt x="618744" y="656749"/>
                    <a:pt x="665131" y="605504"/>
                    <a:pt x="665131" y="540258"/>
                  </a:cubicBezTo>
                  <a:cubicBezTo>
                    <a:pt x="665131" y="401669"/>
                    <a:pt x="665131" y="263081"/>
                    <a:pt x="665131" y="124587"/>
                  </a:cubicBezTo>
                  <a:cubicBezTo>
                    <a:pt x="665131" y="116396"/>
                    <a:pt x="664559" y="108299"/>
                    <a:pt x="662940" y="100203"/>
                  </a:cubicBezTo>
                  <a:close/>
                  <a:moveTo>
                    <a:pt x="47530" y="126683"/>
                  </a:moveTo>
                  <a:cubicBezTo>
                    <a:pt x="47530" y="79820"/>
                    <a:pt x="79915" y="47530"/>
                    <a:pt x="126778" y="47530"/>
                  </a:cubicBezTo>
                  <a:cubicBezTo>
                    <a:pt x="264128" y="47530"/>
                    <a:pt x="401384" y="47530"/>
                    <a:pt x="538734" y="47530"/>
                  </a:cubicBezTo>
                  <a:cubicBezTo>
                    <a:pt x="585216" y="47530"/>
                    <a:pt x="617696" y="79915"/>
                    <a:pt x="617696" y="126206"/>
                  </a:cubicBezTo>
                  <a:cubicBezTo>
                    <a:pt x="617696" y="230315"/>
                    <a:pt x="617696" y="334518"/>
                    <a:pt x="617696" y="438626"/>
                  </a:cubicBezTo>
                  <a:lnTo>
                    <a:pt x="617696" y="446246"/>
                  </a:lnTo>
                  <a:cubicBezTo>
                    <a:pt x="582263" y="410813"/>
                    <a:pt x="547973" y="376523"/>
                    <a:pt x="513779" y="342233"/>
                  </a:cubicBezTo>
                  <a:cubicBezTo>
                    <a:pt x="508921" y="337375"/>
                    <a:pt x="503777" y="333375"/>
                    <a:pt x="496729" y="332708"/>
                  </a:cubicBezTo>
                  <a:cubicBezTo>
                    <a:pt x="488156" y="331851"/>
                    <a:pt x="481489" y="335280"/>
                    <a:pt x="475583" y="341281"/>
                  </a:cubicBezTo>
                  <a:cubicBezTo>
                    <a:pt x="444722" y="372332"/>
                    <a:pt x="413575" y="403193"/>
                    <a:pt x="382810" y="434340"/>
                  </a:cubicBezTo>
                  <a:cubicBezTo>
                    <a:pt x="378619" y="438531"/>
                    <a:pt x="376714" y="438245"/>
                    <a:pt x="372713" y="434340"/>
                  </a:cubicBezTo>
                  <a:cubicBezTo>
                    <a:pt x="306896" y="368237"/>
                    <a:pt x="240887" y="302324"/>
                    <a:pt x="174974" y="236411"/>
                  </a:cubicBezTo>
                  <a:cubicBezTo>
                    <a:pt x="160592" y="222028"/>
                    <a:pt x="148495" y="221933"/>
                    <a:pt x="134207" y="236220"/>
                  </a:cubicBezTo>
                  <a:cubicBezTo>
                    <a:pt x="105728" y="264700"/>
                    <a:pt x="77248" y="293180"/>
                    <a:pt x="48673" y="321755"/>
                  </a:cubicBezTo>
                  <a:cubicBezTo>
                    <a:pt x="46673" y="319564"/>
                    <a:pt x="47625" y="317278"/>
                    <a:pt x="47625" y="315182"/>
                  </a:cubicBezTo>
                  <a:cubicBezTo>
                    <a:pt x="47625" y="252317"/>
                    <a:pt x="47625" y="189548"/>
                    <a:pt x="47625" y="126683"/>
                  </a:cubicBezTo>
                  <a:close/>
                  <a:moveTo>
                    <a:pt x="487299" y="617696"/>
                  </a:moveTo>
                  <a:lnTo>
                    <a:pt x="356711" y="617696"/>
                  </a:lnTo>
                  <a:cubicBezTo>
                    <a:pt x="279749" y="617696"/>
                    <a:pt x="202787" y="617696"/>
                    <a:pt x="125825" y="617696"/>
                  </a:cubicBezTo>
                  <a:cubicBezTo>
                    <a:pt x="85153" y="617696"/>
                    <a:pt x="55055" y="592169"/>
                    <a:pt x="48387" y="552355"/>
                  </a:cubicBezTo>
                  <a:cubicBezTo>
                    <a:pt x="47720" y="548450"/>
                    <a:pt x="47625" y="544449"/>
                    <a:pt x="47625" y="540544"/>
                  </a:cubicBezTo>
                  <a:cubicBezTo>
                    <a:pt x="47625" y="492252"/>
                    <a:pt x="47625" y="444056"/>
                    <a:pt x="47530" y="395764"/>
                  </a:cubicBezTo>
                  <a:cubicBezTo>
                    <a:pt x="47530" y="391382"/>
                    <a:pt x="48959" y="388525"/>
                    <a:pt x="52007" y="385572"/>
                  </a:cubicBezTo>
                  <a:cubicBezTo>
                    <a:pt x="84677" y="353092"/>
                    <a:pt x="117158" y="320612"/>
                    <a:pt x="149638" y="287941"/>
                  </a:cubicBezTo>
                  <a:cubicBezTo>
                    <a:pt x="153162" y="284417"/>
                    <a:pt x="154972" y="283178"/>
                    <a:pt x="159258" y="287560"/>
                  </a:cubicBezTo>
                  <a:cubicBezTo>
                    <a:pt x="267557" y="396145"/>
                    <a:pt x="376047" y="504635"/>
                    <a:pt x="484537" y="613124"/>
                  </a:cubicBezTo>
                  <a:cubicBezTo>
                    <a:pt x="485680" y="614267"/>
                    <a:pt x="487013" y="615315"/>
                    <a:pt x="488347" y="616363"/>
                  </a:cubicBezTo>
                  <a:cubicBezTo>
                    <a:pt x="488061" y="616839"/>
                    <a:pt x="487680" y="617315"/>
                    <a:pt x="487394" y="617792"/>
                  </a:cubicBezTo>
                  <a:close/>
                  <a:moveTo>
                    <a:pt x="597503" y="593217"/>
                  </a:moveTo>
                  <a:cubicBezTo>
                    <a:pt x="587312" y="604171"/>
                    <a:pt x="574929" y="611410"/>
                    <a:pt x="560451" y="615220"/>
                  </a:cubicBezTo>
                  <a:cubicBezTo>
                    <a:pt x="556641" y="616172"/>
                    <a:pt x="554165" y="615791"/>
                    <a:pt x="551307" y="612934"/>
                  </a:cubicBezTo>
                  <a:cubicBezTo>
                    <a:pt x="505968" y="567404"/>
                    <a:pt x="460439" y="521875"/>
                    <a:pt x="414909" y="476536"/>
                  </a:cubicBezTo>
                  <a:cubicBezTo>
                    <a:pt x="412051" y="473678"/>
                    <a:pt x="411671" y="472250"/>
                    <a:pt x="414814" y="469201"/>
                  </a:cubicBezTo>
                  <a:cubicBezTo>
                    <a:pt x="440150" y="444151"/>
                    <a:pt x="465296" y="419005"/>
                    <a:pt x="490347" y="393668"/>
                  </a:cubicBezTo>
                  <a:cubicBezTo>
                    <a:pt x="493205" y="390811"/>
                    <a:pt x="494729" y="390335"/>
                    <a:pt x="497872" y="393478"/>
                  </a:cubicBezTo>
                  <a:cubicBezTo>
                    <a:pt x="536734" y="432625"/>
                    <a:pt x="575786" y="471583"/>
                    <a:pt x="614839" y="510540"/>
                  </a:cubicBezTo>
                  <a:cubicBezTo>
                    <a:pt x="616934" y="512636"/>
                    <a:pt x="617887" y="514731"/>
                    <a:pt x="617792" y="517684"/>
                  </a:cubicBezTo>
                  <a:cubicBezTo>
                    <a:pt x="617601" y="522637"/>
                    <a:pt x="617792" y="527590"/>
                    <a:pt x="617792" y="534734"/>
                  </a:cubicBezTo>
                  <a:cubicBezTo>
                    <a:pt x="619125" y="555498"/>
                    <a:pt x="613505" y="576167"/>
                    <a:pt x="597599" y="5933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3" name="Google Shape;3963;p68">
              <a:hlinkClick/>
            </p:cNvPr>
            <p:cNvSpPr/>
            <p:nvPr/>
          </p:nvSpPr>
          <p:spPr>
            <a:xfrm>
              <a:off x="6166578" y="3190683"/>
              <a:ext cx="166213" cy="166307"/>
            </a:xfrm>
            <a:custGeom>
              <a:rect b="b" l="l" r="r" t="t"/>
              <a:pathLst>
                <a:path extrusionOk="0" h="166307" w="166213">
                  <a:moveTo>
                    <a:pt x="83345" y="166307"/>
                  </a:moveTo>
                  <a:cubicBezTo>
                    <a:pt x="128589" y="166307"/>
                    <a:pt x="166022" y="129160"/>
                    <a:pt x="166213" y="83821"/>
                  </a:cubicBezTo>
                  <a:cubicBezTo>
                    <a:pt x="166403" y="37529"/>
                    <a:pt x="129351" y="191"/>
                    <a:pt x="83250" y="1"/>
                  </a:cubicBezTo>
                  <a:cubicBezTo>
                    <a:pt x="37911" y="-190"/>
                    <a:pt x="287" y="36958"/>
                    <a:pt x="2" y="82011"/>
                  </a:cubicBezTo>
                  <a:cubicBezTo>
                    <a:pt x="-284" y="128683"/>
                    <a:pt x="36863" y="166117"/>
                    <a:pt x="83345" y="166212"/>
                  </a:cubicBezTo>
                  <a:close/>
                  <a:moveTo>
                    <a:pt x="82869" y="47530"/>
                  </a:moveTo>
                  <a:cubicBezTo>
                    <a:pt x="102681" y="47530"/>
                    <a:pt x="118778" y="63628"/>
                    <a:pt x="118683" y="83344"/>
                  </a:cubicBezTo>
                  <a:cubicBezTo>
                    <a:pt x="118683" y="102775"/>
                    <a:pt x="102681" y="118682"/>
                    <a:pt x="83250" y="118777"/>
                  </a:cubicBezTo>
                  <a:cubicBezTo>
                    <a:pt x="63533" y="118777"/>
                    <a:pt x="47436" y="102775"/>
                    <a:pt x="47436" y="82963"/>
                  </a:cubicBezTo>
                  <a:cubicBezTo>
                    <a:pt x="47436" y="63628"/>
                    <a:pt x="63533" y="47530"/>
                    <a:pt x="82869" y="4753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64" name="Google Shape;3964;p68">
            <a:hlinkClick/>
          </p:cNvPr>
          <p:cNvSpPr txBox="1"/>
          <p:nvPr/>
        </p:nvSpPr>
        <p:spPr>
          <a:xfrm>
            <a:off x="651998" y="3628150"/>
            <a:ext cx="127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DDDF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Recommendations</a:t>
            </a:r>
            <a:endParaRPr sz="1100">
              <a:solidFill>
                <a:srgbClr val="DDDFDA"/>
              </a:solidFill>
            </a:endParaRPr>
          </a:p>
        </p:txBody>
      </p:sp>
      <p:grpSp>
        <p:nvGrpSpPr>
          <p:cNvPr id="3965" name="Google Shape;3965;p68"/>
          <p:cNvGrpSpPr/>
          <p:nvPr/>
        </p:nvGrpSpPr>
        <p:grpSpPr>
          <a:xfrm>
            <a:off x="323760" y="3647938"/>
            <a:ext cx="155769" cy="155820"/>
            <a:chOff x="6124575" y="3380359"/>
            <a:chExt cx="468618" cy="468774"/>
          </a:xfrm>
        </p:grpSpPr>
        <p:sp>
          <p:nvSpPr>
            <p:cNvPr id="3966" name="Google Shape;3966;p68">
              <a:hlinkClick/>
            </p:cNvPr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7" name="Google Shape;3967;p68">
              <a:hlinkClick/>
            </p:cNvPr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68" name="Google Shape;3968;p68">
            <a:hlinkClick/>
          </p:cNvPr>
          <p:cNvSpPr txBox="1"/>
          <p:nvPr/>
        </p:nvSpPr>
        <p:spPr>
          <a:xfrm>
            <a:off x="651999" y="3967725"/>
            <a:ext cx="143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References</a:t>
            </a:r>
            <a:endParaRPr sz="900">
              <a:solidFill>
                <a:srgbClr val="1ED76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969" name="Google Shape;3969;p68">
            <a:hlinkClick/>
          </p:cNvPr>
          <p:cNvSpPr/>
          <p:nvPr/>
        </p:nvSpPr>
        <p:spPr>
          <a:xfrm>
            <a:off x="327197" y="3969701"/>
            <a:ext cx="148820" cy="148812"/>
          </a:xfrm>
          <a:custGeom>
            <a:rect b="b" l="l" r="r" t="t"/>
            <a:pathLst>
              <a:path extrusionOk="0" h="692149" w="692188">
                <a:moveTo>
                  <a:pt x="676275" y="478060"/>
                </a:moveTo>
                <a:cubicBezTo>
                  <a:pt x="606266" y="450056"/>
                  <a:pt x="536258" y="422053"/>
                  <a:pt x="466154" y="394049"/>
                </a:cubicBezTo>
                <a:cubicBezTo>
                  <a:pt x="450247" y="387668"/>
                  <a:pt x="440531" y="392049"/>
                  <a:pt x="434150" y="407956"/>
                </a:cubicBezTo>
                <a:cubicBezTo>
                  <a:pt x="423005" y="435864"/>
                  <a:pt x="411575" y="463677"/>
                  <a:pt x="400907" y="491871"/>
                </a:cubicBezTo>
                <a:cubicBezTo>
                  <a:pt x="398431" y="498443"/>
                  <a:pt x="395288" y="499491"/>
                  <a:pt x="389096" y="498729"/>
                </a:cubicBezTo>
                <a:cubicBezTo>
                  <a:pt x="342138" y="493205"/>
                  <a:pt x="300609" y="475393"/>
                  <a:pt x="265462" y="443675"/>
                </a:cubicBezTo>
                <a:cubicBezTo>
                  <a:pt x="223456" y="405765"/>
                  <a:pt x="199739" y="358235"/>
                  <a:pt x="193453" y="302038"/>
                </a:cubicBezTo>
                <a:cubicBezTo>
                  <a:pt x="192881" y="296609"/>
                  <a:pt x="194024" y="293942"/>
                  <a:pt x="199644" y="291751"/>
                </a:cubicBezTo>
                <a:cubicBezTo>
                  <a:pt x="227933" y="280892"/>
                  <a:pt x="255937" y="269462"/>
                  <a:pt x="284131" y="258223"/>
                </a:cubicBezTo>
                <a:cubicBezTo>
                  <a:pt x="300323" y="251746"/>
                  <a:pt x="304514" y="242030"/>
                  <a:pt x="298037" y="225647"/>
                </a:cubicBezTo>
                <a:cubicBezTo>
                  <a:pt x="270415" y="156686"/>
                  <a:pt x="242697" y="87725"/>
                  <a:pt x="215360" y="18669"/>
                </a:cubicBezTo>
                <a:cubicBezTo>
                  <a:pt x="211931" y="10096"/>
                  <a:pt x="207645" y="3239"/>
                  <a:pt x="198787" y="0"/>
                </a:cubicBezTo>
                <a:lnTo>
                  <a:pt x="192024" y="0"/>
                </a:lnTo>
                <a:cubicBezTo>
                  <a:pt x="189357" y="2000"/>
                  <a:pt x="186595" y="2191"/>
                  <a:pt x="183928" y="0"/>
                </a:cubicBezTo>
                <a:lnTo>
                  <a:pt x="174498" y="0"/>
                </a:lnTo>
                <a:cubicBezTo>
                  <a:pt x="167069" y="1619"/>
                  <a:pt x="159353" y="953"/>
                  <a:pt x="151924" y="2858"/>
                </a:cubicBezTo>
                <a:cubicBezTo>
                  <a:pt x="86582" y="18860"/>
                  <a:pt x="40291" y="57531"/>
                  <a:pt x="13335" y="119063"/>
                </a:cubicBezTo>
                <a:cubicBezTo>
                  <a:pt x="5810" y="136303"/>
                  <a:pt x="1524" y="154400"/>
                  <a:pt x="0" y="173069"/>
                </a:cubicBezTo>
                <a:lnTo>
                  <a:pt x="0" y="181166"/>
                </a:lnTo>
                <a:cubicBezTo>
                  <a:pt x="1143" y="183833"/>
                  <a:pt x="1143" y="186595"/>
                  <a:pt x="0" y="189262"/>
                </a:cubicBezTo>
                <a:lnTo>
                  <a:pt x="0" y="198692"/>
                </a:lnTo>
                <a:cubicBezTo>
                  <a:pt x="1143" y="201835"/>
                  <a:pt x="1143" y="204978"/>
                  <a:pt x="0" y="208121"/>
                </a:cubicBezTo>
                <a:lnTo>
                  <a:pt x="0" y="212217"/>
                </a:lnTo>
                <a:cubicBezTo>
                  <a:pt x="953" y="213074"/>
                  <a:pt x="667" y="214122"/>
                  <a:pt x="667" y="215170"/>
                </a:cubicBezTo>
                <a:cubicBezTo>
                  <a:pt x="667" y="215932"/>
                  <a:pt x="667" y="216789"/>
                  <a:pt x="667" y="217551"/>
                </a:cubicBezTo>
                <a:cubicBezTo>
                  <a:pt x="667" y="218313"/>
                  <a:pt x="667" y="219170"/>
                  <a:pt x="667" y="219932"/>
                </a:cubicBezTo>
                <a:cubicBezTo>
                  <a:pt x="667" y="220980"/>
                  <a:pt x="857" y="222123"/>
                  <a:pt x="0" y="222885"/>
                </a:cubicBezTo>
                <a:lnTo>
                  <a:pt x="0" y="228314"/>
                </a:lnTo>
                <a:cubicBezTo>
                  <a:pt x="2477" y="229553"/>
                  <a:pt x="1334" y="231934"/>
                  <a:pt x="1429" y="233648"/>
                </a:cubicBezTo>
                <a:cubicBezTo>
                  <a:pt x="7239" y="300990"/>
                  <a:pt x="24479" y="365189"/>
                  <a:pt x="56769" y="424625"/>
                </a:cubicBezTo>
                <a:cubicBezTo>
                  <a:pt x="132017" y="563213"/>
                  <a:pt x="246983" y="649605"/>
                  <a:pt x="401479" y="682371"/>
                </a:cubicBezTo>
                <a:cubicBezTo>
                  <a:pt x="439674" y="690467"/>
                  <a:pt x="478536" y="694373"/>
                  <a:pt x="517589" y="690848"/>
                </a:cubicBezTo>
                <a:cubicBezTo>
                  <a:pt x="614267" y="682276"/>
                  <a:pt x="690848" y="599218"/>
                  <a:pt x="692182" y="501968"/>
                </a:cubicBezTo>
                <a:cubicBezTo>
                  <a:pt x="692372" y="488537"/>
                  <a:pt x="688562" y="482632"/>
                  <a:pt x="676180" y="477679"/>
                </a:cubicBezTo>
                <a:close/>
                <a:moveTo>
                  <a:pt x="650367" y="520065"/>
                </a:moveTo>
                <a:cubicBezTo>
                  <a:pt x="642366" y="579215"/>
                  <a:pt x="596837" y="630936"/>
                  <a:pt x="538925" y="646271"/>
                </a:cubicBezTo>
                <a:cubicBezTo>
                  <a:pt x="523399" y="650367"/>
                  <a:pt x="507587" y="652272"/>
                  <a:pt x="493014" y="651701"/>
                </a:cubicBezTo>
                <a:cubicBezTo>
                  <a:pt x="292418" y="650653"/>
                  <a:pt x="113348" y="513683"/>
                  <a:pt x="58103" y="320421"/>
                </a:cubicBezTo>
                <a:cubicBezTo>
                  <a:pt x="46387" y="279273"/>
                  <a:pt x="40481" y="237268"/>
                  <a:pt x="40577" y="194405"/>
                </a:cubicBezTo>
                <a:cubicBezTo>
                  <a:pt x="40672" y="117920"/>
                  <a:pt x="95726" y="53912"/>
                  <a:pt x="171164" y="42101"/>
                </a:cubicBezTo>
                <a:cubicBezTo>
                  <a:pt x="177641" y="41053"/>
                  <a:pt x="181261" y="41910"/>
                  <a:pt x="184023" y="49149"/>
                </a:cubicBezTo>
                <a:cubicBezTo>
                  <a:pt x="206407" y="106204"/>
                  <a:pt x="229267" y="163163"/>
                  <a:pt x="252222" y="219932"/>
                </a:cubicBezTo>
                <a:cubicBezTo>
                  <a:pt x="254318" y="225076"/>
                  <a:pt x="253651" y="226790"/>
                  <a:pt x="248317" y="228886"/>
                </a:cubicBezTo>
                <a:cubicBezTo>
                  <a:pt x="221266" y="239268"/>
                  <a:pt x="194501" y="250222"/>
                  <a:pt x="167545" y="260985"/>
                </a:cubicBezTo>
                <a:cubicBezTo>
                  <a:pt x="156305" y="265462"/>
                  <a:pt x="151638" y="271939"/>
                  <a:pt x="152114" y="283559"/>
                </a:cubicBezTo>
                <a:cubicBezTo>
                  <a:pt x="156877" y="392906"/>
                  <a:pt x="208979" y="471202"/>
                  <a:pt x="307467" y="518255"/>
                </a:cubicBezTo>
                <a:cubicBezTo>
                  <a:pt x="339757" y="533686"/>
                  <a:pt x="374523" y="539877"/>
                  <a:pt x="410242" y="540163"/>
                </a:cubicBezTo>
                <a:cubicBezTo>
                  <a:pt x="420719" y="540163"/>
                  <a:pt x="427292" y="534543"/>
                  <a:pt x="431101" y="525018"/>
                </a:cubicBezTo>
                <a:cubicBezTo>
                  <a:pt x="441865" y="497872"/>
                  <a:pt x="452819" y="470821"/>
                  <a:pt x="463487" y="443675"/>
                </a:cubicBezTo>
                <a:cubicBezTo>
                  <a:pt x="465392" y="438912"/>
                  <a:pt x="467011" y="437864"/>
                  <a:pt x="471964" y="439865"/>
                </a:cubicBezTo>
                <a:cubicBezTo>
                  <a:pt x="529019" y="462915"/>
                  <a:pt x="586073" y="485775"/>
                  <a:pt x="643319" y="508349"/>
                </a:cubicBezTo>
                <a:cubicBezTo>
                  <a:pt x="649510" y="510826"/>
                  <a:pt x="651129" y="513683"/>
                  <a:pt x="650272" y="520065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0" name="Google Shape;3970;p68"/>
          <p:cNvSpPr txBox="1"/>
          <p:nvPr/>
        </p:nvSpPr>
        <p:spPr>
          <a:xfrm>
            <a:off x="2258675" y="971150"/>
            <a:ext cx="66246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900"/>
              <a:buChar char="●"/>
            </a:pP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Template designed by </a:t>
            </a:r>
            <a:r>
              <a:rPr b="1"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Slidechef</a:t>
            </a: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. (2025). </a:t>
            </a:r>
            <a:r>
              <a:rPr i="1"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[Spotify Inspired Presentation Template]</a:t>
            </a: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. Retrieved from</a:t>
            </a:r>
            <a:r>
              <a:rPr lang="en-GB" sz="900">
                <a:solidFill>
                  <a:srgbClr val="B4B5B2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900" u="sng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https://slidechef.net/templates/free-spotify-template/</a:t>
            </a:r>
            <a:endParaRPr sz="9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Maharshi Pandya. 2022. “Spotify Tracks Dataset”. Kaggle. </a:t>
            </a:r>
            <a:r>
              <a:rPr lang="en-GB" sz="900" u="sng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https://www.kaggle.com/dsv/4372070</a:t>
            </a: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. DOI: 10.34740/KAGGLE/DSV/4372070  </a:t>
            </a:r>
            <a:endParaRPr sz="9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Batlle-Roca, Roser, Wei-Hisang Liao, Xavier Serra, Yuki Mitsufuji, and Emilia Gómez. 2024. “Towards Assessing Data Replication in Music Generation with Music Similarity Metrics on Raw Audio.” </a:t>
            </a:r>
            <a:r>
              <a:rPr i="1"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arXiv</a:t>
            </a: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, August 1, 2024.</a:t>
            </a:r>
            <a:r>
              <a:rPr lang="en-GB" sz="900">
                <a:solidFill>
                  <a:srgbClr val="B4B5B2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900" u="sng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https://doi.org/10.48550/arXiv.2407.14364</a:t>
            </a: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Baym, Nancy, Rachel Bergmann, Raj Bhargava, Fernando Diaz, Tarleton Gillespie, and David Hesmondhalgh. 2021. “Making Sense of Metrics in the Music Industries.” </a:t>
            </a:r>
            <a:r>
              <a:rPr i="1"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International Journal of Communication (Online)</a:t>
            </a: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, July 2021.</a:t>
            </a:r>
            <a:endParaRPr sz="9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900"/>
              <a:buFont typeface="Calibri"/>
              <a:buChar char="●"/>
            </a:pP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Christodoulou, Anna-Maria, Olivier Lartillot, and Alexander Refsum Jensenius. 2024. “Multimodal Music Datasets? Challenges and Future Goals in Music Processing.” </a:t>
            </a:r>
            <a:r>
              <a:rPr i="1"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International Journal of Multimedia Information Retrieval</a:t>
            </a: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, August 28, 2024.</a:t>
            </a:r>
            <a:r>
              <a:rPr lang="en-GB" sz="900">
                <a:solidFill>
                  <a:srgbClr val="B4B5B2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900" u="sng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https://link.springer.com/article/10.1007/s13735-024-00344-6</a:t>
            </a: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000"/>
              <a:buFont typeface="Calibri"/>
              <a:buChar char="●"/>
            </a:pP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Datta, Hannes, George Knox, and Bart J. Bronnenberg. 2017. “Changing Their Tune: How Consumers’ Adoption of Online Streaming Affects Music Consumption and Discovery.” </a:t>
            </a:r>
            <a:r>
              <a:rPr i="1"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Marketing Science</a:t>
            </a: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 37 (1): 5-21. September 11, 2017.</a:t>
            </a:r>
            <a:r>
              <a:rPr lang="en-GB" sz="900">
                <a:solidFill>
                  <a:srgbClr val="B4B5B2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900" u="sng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https://doi.org/10.1287/mksc.2017.1051</a:t>
            </a: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000"/>
              <a:buFont typeface="Calibri"/>
              <a:buChar char="●"/>
            </a:pP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Eltringham, Jennifer. 2017. “Archiving Spotify: Methods and Motives for Collecting Individual Music Streaming Data.” </a:t>
            </a:r>
            <a:r>
              <a:rPr i="1"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Journal of Archival Organization</a:t>
            </a: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 14 (3-4): 128-138. November 17, 2017.</a:t>
            </a:r>
            <a:r>
              <a:rPr lang="en-GB" sz="900">
                <a:solidFill>
                  <a:srgbClr val="B4B5B2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900" u="sng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  <a:hlinkClick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https://doi.org/10.1080/15332748.2018.1505386</a:t>
            </a: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000"/>
              <a:buFont typeface="Calibri"/>
              <a:buChar char="●"/>
            </a:pP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Guedes, David, Marília Prada, Margarida Vaz Garrido, and Elsa Lamy. 2022. “The Taste &amp; Affect Music Database: Subjective Rating Norms for a New Set of Musical Stimuli.” </a:t>
            </a:r>
            <a:r>
              <a:rPr i="1"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Behavior Research Methods</a:t>
            </a: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 55 (3): 1121–1140. May 17, 2022.</a:t>
            </a:r>
            <a:endParaRPr sz="9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000"/>
              <a:buFont typeface="Calibri"/>
              <a:buChar char="●"/>
            </a:pP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Kim, Seon Tae, and Joo He Oh. 2021. “Music Intelligence: Granular Data and Prediction of Top Ten Hit Songs.” </a:t>
            </a:r>
            <a:r>
              <a:rPr i="1"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Elsevier</a:t>
            </a: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, 2021.</a:t>
            </a:r>
            <a:r>
              <a:rPr lang="en-GB" sz="900">
                <a:solidFill>
                  <a:srgbClr val="B4B5B2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900" u="sng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  <a:hlinkClick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https://www-sciencedirect-com.turing.library.northwestern.edu/science/article/pii/S0167923621000452</a:t>
            </a: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000"/>
              <a:buFont typeface="Calibri"/>
              <a:buChar char="●"/>
            </a:pP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Maasø, Arnt, and Anja Nylund Hagen. 2020. "Open Access: Metrics and Decision-Making in Music Streaming." </a:t>
            </a:r>
            <a:r>
              <a:rPr i="1"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Spotification of Popular Culture in the Field of Popular Communication</a:t>
            </a: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, 64-77. September 10, 2020.</a:t>
            </a:r>
            <a:endParaRPr sz="9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000"/>
              <a:buFont typeface="Calibri"/>
              <a:buChar char="●"/>
            </a:pP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Napier, Kathleen, and Lior Shamir. 2018. "Quantitative Sentiment Analysis of Lyrics in Popular Music." </a:t>
            </a:r>
            <a:r>
              <a:rPr i="1"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Journal of Popular Music Studies</a:t>
            </a: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 30 (4): 161–176.</a:t>
            </a:r>
            <a:r>
              <a:rPr lang="en-GB" sz="900">
                <a:solidFill>
                  <a:srgbClr val="B4B5B2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900" u="sng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  <a:hlinkClick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https://doi.org/10.1525/jpms.2018.300411</a:t>
            </a: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000"/>
              <a:buFont typeface="Calibri"/>
              <a:buChar char="●"/>
            </a:pP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Huang, Ruoqing. 2024. "Uncovering Audio Features Shaping Popularity in Chart-Topping Songs: A Statistical Approach." </a:t>
            </a:r>
            <a:r>
              <a:rPr i="1"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American Journal of Student Research</a:t>
            </a:r>
            <a:r>
              <a:rPr lang="en-GB" sz="900">
                <a:solidFill>
                  <a:srgbClr val="B4B5B2"/>
                </a:solidFill>
                <a:latin typeface="Calibri"/>
                <a:ea typeface="Calibri"/>
                <a:cs typeface="Calibri"/>
                <a:sym typeface="Calibri"/>
              </a:rPr>
              <a:t> 2 (4). December 2024. https://doi.org/10.70251/hyjr2348.24158174.</a:t>
            </a:r>
            <a:endParaRPr sz="13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3974" name="Shape 3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5" name="Google Shape;3975;p69"/>
          <p:cNvSpPr txBox="1"/>
          <p:nvPr/>
        </p:nvSpPr>
        <p:spPr>
          <a:xfrm>
            <a:off x="2965070" y="1752858"/>
            <a:ext cx="32139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>
                <a:solidFill>
                  <a:srgbClr val="1ED76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Thank You</a:t>
            </a:r>
            <a:endParaRPr sz="1100"/>
          </a:p>
        </p:txBody>
      </p:sp>
      <p:sp>
        <p:nvSpPr>
          <p:cNvPr id="3976" name="Google Shape;3976;p69"/>
          <p:cNvSpPr/>
          <p:nvPr/>
        </p:nvSpPr>
        <p:spPr>
          <a:xfrm>
            <a:off x="0" y="4267463"/>
            <a:ext cx="9144000" cy="876667"/>
          </a:xfrm>
          <a:custGeom>
            <a:rect b="b" l="l" r="r" t="t"/>
            <a:pathLst>
              <a:path extrusionOk="0" h="1168889" w="12192000">
                <a:moveTo>
                  <a:pt x="0" y="0"/>
                </a:moveTo>
                <a:lnTo>
                  <a:pt x="12192000" y="0"/>
                </a:lnTo>
                <a:lnTo>
                  <a:pt x="12192000" y="1168890"/>
                </a:lnTo>
                <a:lnTo>
                  <a:pt x="0" y="11688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  <a:effectLst>
            <a:outerShdw blurRad="127000" rotWithShape="0" algn="tl" dir="2700000" dist="381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7" name="Google Shape;3977;p69"/>
          <p:cNvSpPr/>
          <p:nvPr/>
        </p:nvSpPr>
        <p:spPr>
          <a:xfrm>
            <a:off x="316830" y="4405395"/>
            <a:ext cx="600858" cy="600858"/>
          </a:xfrm>
          <a:custGeom>
            <a:rect b="b" l="l" r="r" t="t"/>
            <a:pathLst>
              <a:path extrusionOk="0" h="801144" w="801144">
                <a:moveTo>
                  <a:pt x="0" y="0"/>
                </a:moveTo>
                <a:lnTo>
                  <a:pt x="801145" y="0"/>
                </a:lnTo>
                <a:lnTo>
                  <a:pt x="801145" y="801145"/>
                </a:lnTo>
                <a:lnTo>
                  <a:pt x="0" y="801145"/>
                </a:lnTo>
                <a:close/>
              </a:path>
            </a:pathLst>
          </a:custGeom>
          <a:solidFill>
            <a:srgbClr val="DDDFD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8" name="Google Shape;3978;p69"/>
          <p:cNvSpPr txBox="1"/>
          <p:nvPr/>
        </p:nvSpPr>
        <p:spPr>
          <a:xfrm>
            <a:off x="971750" y="4711100"/>
            <a:ext cx="1432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A3A3A3"/>
                </a:solidFill>
                <a:latin typeface="Poppins"/>
                <a:ea typeface="Poppins"/>
                <a:cs typeface="Poppins"/>
                <a:sym typeface="Poppins"/>
              </a:rPr>
              <a:t>Luis Fonsi, Daddy Yankee</a:t>
            </a:r>
            <a:endParaRPr sz="1100"/>
          </a:p>
        </p:txBody>
      </p:sp>
      <p:sp>
        <p:nvSpPr>
          <p:cNvPr id="3979" name="Google Shape;3979;p69"/>
          <p:cNvSpPr txBox="1"/>
          <p:nvPr/>
        </p:nvSpPr>
        <p:spPr>
          <a:xfrm>
            <a:off x="968318" y="4489571"/>
            <a:ext cx="14328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Despacito</a:t>
            </a:r>
            <a:endParaRPr sz="1100"/>
          </a:p>
        </p:txBody>
      </p:sp>
      <p:grpSp>
        <p:nvGrpSpPr>
          <p:cNvPr id="3980" name="Google Shape;3980;p69"/>
          <p:cNvGrpSpPr/>
          <p:nvPr/>
        </p:nvGrpSpPr>
        <p:grpSpPr>
          <a:xfrm>
            <a:off x="2330686" y="4655495"/>
            <a:ext cx="106499" cy="100543"/>
            <a:chOff x="3193815" y="6207327"/>
            <a:chExt cx="141998" cy="134058"/>
          </a:xfrm>
        </p:grpSpPr>
        <p:sp>
          <p:nvSpPr>
            <p:cNvPr id="3981" name="Google Shape;3981;p69"/>
            <p:cNvSpPr/>
            <p:nvPr/>
          </p:nvSpPr>
          <p:spPr>
            <a:xfrm>
              <a:off x="3193815" y="6207327"/>
              <a:ext cx="141998" cy="134058"/>
            </a:xfrm>
            <a:custGeom>
              <a:rect b="b" l="l" r="r" t="t"/>
              <a:pathLst>
                <a:path extrusionOk="0" h="134058" w="141998">
                  <a:moveTo>
                    <a:pt x="106499" y="0"/>
                  </a:moveTo>
                  <a:cubicBezTo>
                    <a:pt x="94360" y="0"/>
                    <a:pt x="81305" y="7634"/>
                    <a:pt x="70999" y="27942"/>
                  </a:cubicBezTo>
                  <a:cubicBezTo>
                    <a:pt x="60693" y="7634"/>
                    <a:pt x="47638" y="0"/>
                    <a:pt x="35500" y="0"/>
                  </a:cubicBezTo>
                  <a:cubicBezTo>
                    <a:pt x="16566" y="0"/>
                    <a:pt x="0" y="18551"/>
                    <a:pt x="0" y="36263"/>
                  </a:cubicBezTo>
                  <a:cubicBezTo>
                    <a:pt x="0" y="80008"/>
                    <a:pt x="70999" y="134059"/>
                    <a:pt x="70999" y="134059"/>
                  </a:cubicBezTo>
                  <a:cubicBezTo>
                    <a:pt x="70999" y="134059"/>
                    <a:pt x="141998" y="79931"/>
                    <a:pt x="141998" y="36263"/>
                  </a:cubicBezTo>
                  <a:cubicBezTo>
                    <a:pt x="141998" y="18475"/>
                    <a:pt x="125432" y="0"/>
                    <a:pt x="106499" y="0"/>
                  </a:cubicBezTo>
                  <a:lnTo>
                    <a:pt x="106499" y="0"/>
                  </a:lnTo>
                  <a:close/>
                  <a:moveTo>
                    <a:pt x="70999" y="128791"/>
                  </a:moveTo>
                  <a:cubicBezTo>
                    <a:pt x="58479" y="118714"/>
                    <a:pt x="4123" y="72908"/>
                    <a:pt x="4123" y="36263"/>
                  </a:cubicBezTo>
                  <a:cubicBezTo>
                    <a:pt x="4428" y="28018"/>
                    <a:pt x="7863" y="20231"/>
                    <a:pt x="13665" y="14353"/>
                  </a:cubicBezTo>
                  <a:cubicBezTo>
                    <a:pt x="19238" y="8169"/>
                    <a:pt x="27102" y="4428"/>
                    <a:pt x="35500" y="4199"/>
                  </a:cubicBezTo>
                  <a:cubicBezTo>
                    <a:pt x="47791" y="4199"/>
                    <a:pt x="58784" y="13055"/>
                    <a:pt x="67258" y="29850"/>
                  </a:cubicBezTo>
                  <a:lnTo>
                    <a:pt x="70999" y="37255"/>
                  </a:lnTo>
                  <a:lnTo>
                    <a:pt x="74740" y="29850"/>
                  </a:lnTo>
                  <a:cubicBezTo>
                    <a:pt x="83214" y="13055"/>
                    <a:pt x="94207" y="4199"/>
                    <a:pt x="106499" y="4199"/>
                  </a:cubicBezTo>
                  <a:cubicBezTo>
                    <a:pt x="122302" y="4199"/>
                    <a:pt x="137876" y="20078"/>
                    <a:pt x="137876" y="36339"/>
                  </a:cubicBezTo>
                  <a:cubicBezTo>
                    <a:pt x="137876" y="72908"/>
                    <a:pt x="83519" y="118790"/>
                    <a:pt x="70999" y="128867"/>
                  </a:cubicBezTo>
                  <a:lnTo>
                    <a:pt x="70999" y="128867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2" name="Google Shape;3982;p69"/>
            <p:cNvSpPr/>
            <p:nvPr/>
          </p:nvSpPr>
          <p:spPr>
            <a:xfrm>
              <a:off x="3193815" y="6207327"/>
              <a:ext cx="141998" cy="134058"/>
            </a:xfrm>
            <a:custGeom>
              <a:rect b="b" l="l" r="r" t="t"/>
              <a:pathLst>
                <a:path extrusionOk="0" h="134058" w="141998">
                  <a:moveTo>
                    <a:pt x="106499" y="0"/>
                  </a:moveTo>
                  <a:cubicBezTo>
                    <a:pt x="94360" y="0"/>
                    <a:pt x="81305" y="7634"/>
                    <a:pt x="70999" y="27942"/>
                  </a:cubicBezTo>
                  <a:cubicBezTo>
                    <a:pt x="60693" y="7634"/>
                    <a:pt x="47638" y="0"/>
                    <a:pt x="35500" y="0"/>
                  </a:cubicBezTo>
                  <a:cubicBezTo>
                    <a:pt x="16566" y="0"/>
                    <a:pt x="0" y="18551"/>
                    <a:pt x="0" y="36263"/>
                  </a:cubicBezTo>
                  <a:cubicBezTo>
                    <a:pt x="0" y="80008"/>
                    <a:pt x="70999" y="134059"/>
                    <a:pt x="70999" y="134059"/>
                  </a:cubicBezTo>
                  <a:cubicBezTo>
                    <a:pt x="70999" y="134059"/>
                    <a:pt x="141998" y="79931"/>
                    <a:pt x="141998" y="36263"/>
                  </a:cubicBezTo>
                  <a:cubicBezTo>
                    <a:pt x="141998" y="18475"/>
                    <a:pt x="125432" y="0"/>
                    <a:pt x="106499" y="0"/>
                  </a:cubicBezTo>
                  <a:lnTo>
                    <a:pt x="106499" y="0"/>
                  </a:lnTo>
                  <a:close/>
                  <a:moveTo>
                    <a:pt x="70999" y="128791"/>
                  </a:moveTo>
                  <a:cubicBezTo>
                    <a:pt x="58479" y="118714"/>
                    <a:pt x="4123" y="72908"/>
                    <a:pt x="4123" y="36263"/>
                  </a:cubicBezTo>
                  <a:cubicBezTo>
                    <a:pt x="4428" y="28018"/>
                    <a:pt x="7863" y="20231"/>
                    <a:pt x="13665" y="14353"/>
                  </a:cubicBezTo>
                  <a:cubicBezTo>
                    <a:pt x="19238" y="8169"/>
                    <a:pt x="27102" y="4428"/>
                    <a:pt x="35500" y="4199"/>
                  </a:cubicBezTo>
                  <a:cubicBezTo>
                    <a:pt x="47791" y="4199"/>
                    <a:pt x="58784" y="13055"/>
                    <a:pt x="67258" y="29850"/>
                  </a:cubicBezTo>
                  <a:lnTo>
                    <a:pt x="70999" y="37255"/>
                  </a:lnTo>
                  <a:lnTo>
                    <a:pt x="74740" y="29850"/>
                  </a:lnTo>
                  <a:cubicBezTo>
                    <a:pt x="83214" y="13055"/>
                    <a:pt x="94207" y="4199"/>
                    <a:pt x="106499" y="4199"/>
                  </a:cubicBezTo>
                  <a:cubicBezTo>
                    <a:pt x="122302" y="4199"/>
                    <a:pt x="137876" y="20078"/>
                    <a:pt x="137876" y="36339"/>
                  </a:cubicBezTo>
                  <a:cubicBezTo>
                    <a:pt x="137876" y="72908"/>
                    <a:pt x="83519" y="118790"/>
                    <a:pt x="70999" y="128867"/>
                  </a:cubicBezTo>
                  <a:lnTo>
                    <a:pt x="70999" y="128867"/>
                  </a:lnTo>
                  <a:close/>
                </a:path>
              </a:pathLst>
            </a:custGeom>
            <a:noFill/>
            <a:ln cap="flat" cmpd="sng" w="9525">
              <a:solidFill>
                <a:srgbClr val="B4B5B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83" name="Google Shape;3983;p69"/>
          <p:cNvSpPr txBox="1"/>
          <p:nvPr/>
        </p:nvSpPr>
        <p:spPr>
          <a:xfrm>
            <a:off x="2998149" y="4819200"/>
            <a:ext cx="3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A3A3A3"/>
                </a:solidFill>
                <a:latin typeface="Poppins"/>
                <a:ea typeface="Poppins"/>
                <a:cs typeface="Poppins"/>
                <a:sym typeface="Poppins"/>
              </a:rPr>
              <a:t>0:23</a:t>
            </a:r>
            <a:endParaRPr sz="1100"/>
          </a:p>
        </p:txBody>
      </p:sp>
      <p:sp>
        <p:nvSpPr>
          <p:cNvPr id="3984" name="Google Shape;3984;p69"/>
          <p:cNvSpPr txBox="1"/>
          <p:nvPr/>
        </p:nvSpPr>
        <p:spPr>
          <a:xfrm>
            <a:off x="6389001" y="4819200"/>
            <a:ext cx="464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A3A3A3"/>
                </a:solidFill>
                <a:latin typeface="Poppins"/>
                <a:ea typeface="Poppins"/>
                <a:cs typeface="Poppins"/>
                <a:sym typeface="Poppins"/>
              </a:rPr>
              <a:t>-3:25</a:t>
            </a:r>
            <a:endParaRPr sz="1100"/>
          </a:p>
        </p:txBody>
      </p:sp>
      <p:grpSp>
        <p:nvGrpSpPr>
          <p:cNvPr id="3985" name="Google Shape;3985;p69"/>
          <p:cNvGrpSpPr/>
          <p:nvPr/>
        </p:nvGrpSpPr>
        <p:grpSpPr>
          <a:xfrm>
            <a:off x="3356200" y="4924490"/>
            <a:ext cx="3005610" cy="5725"/>
            <a:chOff x="4300409" y="6565987"/>
            <a:chExt cx="4007480" cy="7634"/>
          </a:xfrm>
        </p:grpSpPr>
        <p:sp>
          <p:nvSpPr>
            <p:cNvPr id="3986" name="Google Shape;3986;p69"/>
            <p:cNvSpPr/>
            <p:nvPr/>
          </p:nvSpPr>
          <p:spPr>
            <a:xfrm>
              <a:off x="4300409" y="6565987"/>
              <a:ext cx="4007480" cy="7634"/>
            </a:xfrm>
            <a:custGeom>
              <a:rect b="b" l="l" r="r" t="t"/>
              <a:pathLst>
                <a:path extrusionOk="0" h="7634" w="4007480">
                  <a:moveTo>
                    <a:pt x="0" y="0"/>
                  </a:moveTo>
                  <a:lnTo>
                    <a:pt x="4007481" y="0"/>
                  </a:lnTo>
                </a:path>
              </a:pathLst>
            </a:custGeom>
            <a:noFill/>
            <a:ln cap="rnd" cmpd="sng" w="22900">
              <a:solidFill>
                <a:srgbClr val="A3A3A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7" name="Google Shape;3987;p69"/>
            <p:cNvSpPr/>
            <p:nvPr/>
          </p:nvSpPr>
          <p:spPr>
            <a:xfrm>
              <a:off x="4300409" y="6565987"/>
              <a:ext cx="324992" cy="7634"/>
            </a:xfrm>
            <a:custGeom>
              <a:rect b="b" l="l" r="r" t="t"/>
              <a:pathLst>
                <a:path extrusionOk="0" h="7634" w="324992">
                  <a:moveTo>
                    <a:pt x="0" y="0"/>
                  </a:moveTo>
                  <a:lnTo>
                    <a:pt x="324993" y="0"/>
                  </a:lnTo>
                </a:path>
              </a:pathLst>
            </a:custGeom>
            <a:noFill/>
            <a:ln cap="rnd" cmpd="sng" w="22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88" name="Google Shape;3988;p69"/>
          <p:cNvGrpSpPr/>
          <p:nvPr/>
        </p:nvGrpSpPr>
        <p:grpSpPr>
          <a:xfrm>
            <a:off x="4511332" y="4457024"/>
            <a:ext cx="757854" cy="260469"/>
            <a:chOff x="5985836" y="6055175"/>
            <a:chExt cx="682813" cy="234678"/>
          </a:xfrm>
        </p:grpSpPr>
        <p:grpSp>
          <p:nvGrpSpPr>
            <p:cNvPr id="3989" name="Google Shape;3989;p69"/>
            <p:cNvGrpSpPr/>
            <p:nvPr/>
          </p:nvGrpSpPr>
          <p:grpSpPr>
            <a:xfrm>
              <a:off x="6209903" y="6055175"/>
              <a:ext cx="234678" cy="234678"/>
              <a:chOff x="6209903" y="6055175"/>
              <a:chExt cx="234678" cy="234678"/>
            </a:xfrm>
          </p:grpSpPr>
          <p:sp>
            <p:nvSpPr>
              <p:cNvPr id="3990" name="Google Shape;3990;p69"/>
              <p:cNvSpPr/>
              <p:nvPr/>
            </p:nvSpPr>
            <p:spPr>
              <a:xfrm>
                <a:off x="6209903" y="6055175"/>
                <a:ext cx="234678" cy="234678"/>
              </a:xfrm>
              <a:custGeom>
                <a:rect b="b" l="l" r="r" t="t"/>
                <a:pathLst>
                  <a:path extrusionOk="0" h="234678" w="234678">
                    <a:moveTo>
                      <a:pt x="234679" y="117339"/>
                    </a:moveTo>
                    <a:cubicBezTo>
                      <a:pt x="234679" y="182144"/>
                      <a:pt x="182144" y="234679"/>
                      <a:pt x="117339" y="234679"/>
                    </a:cubicBezTo>
                    <a:cubicBezTo>
                      <a:pt x="52535" y="234679"/>
                      <a:pt x="0" y="182144"/>
                      <a:pt x="0" y="117339"/>
                    </a:cubicBezTo>
                    <a:cubicBezTo>
                      <a:pt x="0" y="52535"/>
                      <a:pt x="52535" y="0"/>
                      <a:pt x="117339" y="0"/>
                    </a:cubicBezTo>
                    <a:cubicBezTo>
                      <a:pt x="182144" y="0"/>
                      <a:pt x="234679" y="52535"/>
                      <a:pt x="234679" y="1173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91" name="Google Shape;3991;p69"/>
              <p:cNvGrpSpPr/>
              <p:nvPr/>
            </p:nvGrpSpPr>
            <p:grpSpPr>
              <a:xfrm>
                <a:off x="6289224" y="6120601"/>
                <a:ext cx="76037" cy="103750"/>
                <a:chOff x="6289224" y="6120601"/>
                <a:chExt cx="76037" cy="103750"/>
              </a:xfrm>
            </p:grpSpPr>
            <p:sp>
              <p:nvSpPr>
                <p:cNvPr id="3992" name="Google Shape;3992;p69"/>
                <p:cNvSpPr/>
                <p:nvPr/>
              </p:nvSpPr>
              <p:spPr>
                <a:xfrm>
                  <a:off x="6289224" y="6120601"/>
                  <a:ext cx="25345" cy="103750"/>
                </a:xfrm>
                <a:custGeom>
                  <a:rect b="b" l="l" r="r" t="t"/>
                  <a:pathLst>
                    <a:path extrusionOk="0" h="103750" w="25345">
                      <a:moveTo>
                        <a:pt x="0" y="0"/>
                      </a:moveTo>
                      <a:lnTo>
                        <a:pt x="25346" y="0"/>
                      </a:lnTo>
                      <a:lnTo>
                        <a:pt x="25346" y="103750"/>
                      </a:lnTo>
                      <a:lnTo>
                        <a:pt x="0" y="1037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93" name="Google Shape;3993;p69"/>
                <p:cNvSpPr/>
                <p:nvPr/>
              </p:nvSpPr>
              <p:spPr>
                <a:xfrm>
                  <a:off x="6339916" y="6120601"/>
                  <a:ext cx="25345" cy="103750"/>
                </a:xfrm>
                <a:custGeom>
                  <a:rect b="b" l="l" r="r" t="t"/>
                  <a:pathLst>
                    <a:path extrusionOk="0" h="103750" w="25345">
                      <a:moveTo>
                        <a:pt x="0" y="0"/>
                      </a:moveTo>
                      <a:lnTo>
                        <a:pt x="25346" y="0"/>
                      </a:lnTo>
                      <a:lnTo>
                        <a:pt x="25346" y="103750"/>
                      </a:lnTo>
                      <a:lnTo>
                        <a:pt x="0" y="1037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94" name="Google Shape;3994;p69"/>
            <p:cNvGrpSpPr/>
            <p:nvPr/>
          </p:nvGrpSpPr>
          <p:grpSpPr>
            <a:xfrm>
              <a:off x="6565205" y="6114036"/>
              <a:ext cx="103444" cy="111613"/>
              <a:chOff x="6565205" y="6114036"/>
              <a:chExt cx="103444" cy="111613"/>
            </a:xfrm>
          </p:grpSpPr>
          <p:sp>
            <p:nvSpPr>
              <p:cNvPr id="3995" name="Google Shape;3995;p69"/>
              <p:cNvSpPr/>
              <p:nvPr/>
            </p:nvSpPr>
            <p:spPr>
              <a:xfrm>
                <a:off x="6565205" y="6114036"/>
                <a:ext cx="96650" cy="111613"/>
              </a:xfrm>
              <a:custGeom>
                <a:rect b="b" l="l" r="r" t="t"/>
                <a:pathLst>
                  <a:path extrusionOk="0" h="111613" w="96650">
                    <a:moveTo>
                      <a:pt x="96650" y="55807"/>
                    </a:moveTo>
                    <a:lnTo>
                      <a:pt x="0" y="0"/>
                    </a:lnTo>
                    <a:lnTo>
                      <a:pt x="0" y="111614"/>
                    </a:lnTo>
                    <a:lnTo>
                      <a:pt x="96650" y="5580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6" name="Google Shape;3996;p69"/>
              <p:cNvSpPr/>
              <p:nvPr/>
            </p:nvSpPr>
            <p:spPr>
              <a:xfrm>
                <a:off x="6655060" y="6114036"/>
                <a:ext cx="13589" cy="111613"/>
              </a:xfrm>
              <a:custGeom>
                <a:rect b="b" l="l" r="r" t="t"/>
                <a:pathLst>
                  <a:path extrusionOk="0" h="111613" w="13589">
                    <a:moveTo>
                      <a:pt x="0" y="0"/>
                    </a:moveTo>
                    <a:lnTo>
                      <a:pt x="13589" y="0"/>
                    </a:lnTo>
                    <a:lnTo>
                      <a:pt x="13589" y="111614"/>
                    </a:lnTo>
                    <a:lnTo>
                      <a:pt x="0" y="1116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97" name="Google Shape;3997;p69"/>
            <p:cNvGrpSpPr/>
            <p:nvPr/>
          </p:nvGrpSpPr>
          <p:grpSpPr>
            <a:xfrm>
              <a:off x="5985836" y="6114036"/>
              <a:ext cx="103521" cy="111613"/>
              <a:chOff x="5985836" y="6114036"/>
              <a:chExt cx="103521" cy="111613"/>
            </a:xfrm>
          </p:grpSpPr>
          <p:sp>
            <p:nvSpPr>
              <p:cNvPr id="3998" name="Google Shape;3998;p69"/>
              <p:cNvSpPr/>
              <p:nvPr/>
            </p:nvSpPr>
            <p:spPr>
              <a:xfrm>
                <a:off x="5992631" y="6114036"/>
                <a:ext cx="96726" cy="111613"/>
              </a:xfrm>
              <a:custGeom>
                <a:rect b="b" l="l" r="r" t="t"/>
                <a:pathLst>
                  <a:path extrusionOk="0" h="111613" w="96726">
                    <a:moveTo>
                      <a:pt x="0" y="55807"/>
                    </a:moveTo>
                    <a:lnTo>
                      <a:pt x="96727" y="0"/>
                    </a:lnTo>
                    <a:lnTo>
                      <a:pt x="96727" y="111614"/>
                    </a:lnTo>
                    <a:lnTo>
                      <a:pt x="0" y="5580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9" name="Google Shape;3999;p69"/>
              <p:cNvSpPr/>
              <p:nvPr/>
            </p:nvSpPr>
            <p:spPr>
              <a:xfrm rot="10800000">
                <a:off x="5985836" y="6114036"/>
                <a:ext cx="13589" cy="111613"/>
              </a:xfrm>
              <a:custGeom>
                <a:rect b="b" l="l" r="r" t="t"/>
                <a:pathLst>
                  <a:path extrusionOk="0" h="111613" w="13589">
                    <a:moveTo>
                      <a:pt x="0" y="0"/>
                    </a:moveTo>
                    <a:lnTo>
                      <a:pt x="13589" y="0"/>
                    </a:lnTo>
                    <a:lnTo>
                      <a:pt x="13589" y="111614"/>
                    </a:lnTo>
                    <a:lnTo>
                      <a:pt x="0" y="1116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00" name="Google Shape;4000;p69"/>
          <p:cNvGrpSpPr/>
          <p:nvPr/>
        </p:nvGrpSpPr>
        <p:grpSpPr>
          <a:xfrm>
            <a:off x="5553787" y="4532081"/>
            <a:ext cx="138793" cy="145487"/>
            <a:chOff x="6925086" y="6122815"/>
            <a:chExt cx="125050" cy="131081"/>
          </a:xfrm>
        </p:grpSpPr>
        <p:sp>
          <p:nvSpPr>
            <p:cNvPr id="4001" name="Google Shape;4001;p69"/>
            <p:cNvSpPr/>
            <p:nvPr/>
          </p:nvSpPr>
          <p:spPr>
            <a:xfrm>
              <a:off x="6925086" y="6122815"/>
              <a:ext cx="125050" cy="110621"/>
            </a:xfrm>
            <a:custGeom>
              <a:rect b="b" l="l" r="r" t="t"/>
              <a:pathLst>
                <a:path extrusionOk="0" h="110621" w="125050">
                  <a:moveTo>
                    <a:pt x="94742" y="0"/>
                  </a:moveTo>
                  <a:lnTo>
                    <a:pt x="30308" y="0"/>
                  </a:lnTo>
                  <a:cubicBezTo>
                    <a:pt x="13589" y="0"/>
                    <a:pt x="0" y="13589"/>
                    <a:pt x="0" y="30308"/>
                  </a:cubicBezTo>
                  <a:lnTo>
                    <a:pt x="0" y="64892"/>
                  </a:lnTo>
                  <a:cubicBezTo>
                    <a:pt x="0" y="81611"/>
                    <a:pt x="13589" y="95200"/>
                    <a:pt x="30308" y="95200"/>
                  </a:cubicBezTo>
                  <a:lnTo>
                    <a:pt x="45424" y="95200"/>
                  </a:lnTo>
                  <a:cubicBezTo>
                    <a:pt x="47486" y="95200"/>
                    <a:pt x="49165" y="93520"/>
                    <a:pt x="49165" y="91459"/>
                  </a:cubicBezTo>
                  <a:cubicBezTo>
                    <a:pt x="49165" y="89398"/>
                    <a:pt x="47486" y="87718"/>
                    <a:pt x="45424" y="87718"/>
                  </a:cubicBezTo>
                  <a:lnTo>
                    <a:pt x="30308" y="87718"/>
                  </a:lnTo>
                  <a:cubicBezTo>
                    <a:pt x="17712" y="87718"/>
                    <a:pt x="7482" y="77488"/>
                    <a:pt x="7482" y="64892"/>
                  </a:cubicBezTo>
                  <a:lnTo>
                    <a:pt x="7482" y="30308"/>
                  </a:lnTo>
                  <a:cubicBezTo>
                    <a:pt x="7482" y="17712"/>
                    <a:pt x="17712" y="7482"/>
                    <a:pt x="30308" y="7482"/>
                  </a:cubicBezTo>
                  <a:lnTo>
                    <a:pt x="94742" y="7482"/>
                  </a:lnTo>
                  <a:cubicBezTo>
                    <a:pt x="107338" y="7482"/>
                    <a:pt x="117569" y="17712"/>
                    <a:pt x="117569" y="30308"/>
                  </a:cubicBezTo>
                  <a:lnTo>
                    <a:pt x="117569" y="64892"/>
                  </a:lnTo>
                  <a:cubicBezTo>
                    <a:pt x="117569" y="77488"/>
                    <a:pt x="107338" y="87718"/>
                    <a:pt x="94742" y="87718"/>
                  </a:cubicBezTo>
                  <a:lnTo>
                    <a:pt x="67335" y="87718"/>
                  </a:lnTo>
                  <a:lnTo>
                    <a:pt x="76343" y="78710"/>
                  </a:lnTo>
                  <a:cubicBezTo>
                    <a:pt x="77794" y="77259"/>
                    <a:pt x="77794" y="74816"/>
                    <a:pt x="76343" y="73366"/>
                  </a:cubicBezTo>
                  <a:cubicBezTo>
                    <a:pt x="74893" y="71915"/>
                    <a:pt x="72450" y="71915"/>
                    <a:pt x="71000" y="73366"/>
                  </a:cubicBezTo>
                  <a:lnTo>
                    <a:pt x="55578" y="88787"/>
                  </a:lnTo>
                  <a:cubicBezTo>
                    <a:pt x="54891" y="89474"/>
                    <a:pt x="54509" y="90467"/>
                    <a:pt x="54509" y="91459"/>
                  </a:cubicBezTo>
                  <a:cubicBezTo>
                    <a:pt x="54509" y="92452"/>
                    <a:pt x="54891" y="93444"/>
                    <a:pt x="55578" y="94131"/>
                  </a:cubicBezTo>
                  <a:lnTo>
                    <a:pt x="71000" y="109552"/>
                  </a:lnTo>
                  <a:cubicBezTo>
                    <a:pt x="71763" y="110316"/>
                    <a:pt x="72679" y="110621"/>
                    <a:pt x="73671" y="110621"/>
                  </a:cubicBezTo>
                  <a:cubicBezTo>
                    <a:pt x="74664" y="110621"/>
                    <a:pt x="75580" y="110239"/>
                    <a:pt x="76343" y="109552"/>
                  </a:cubicBezTo>
                  <a:cubicBezTo>
                    <a:pt x="77794" y="108102"/>
                    <a:pt x="77794" y="105659"/>
                    <a:pt x="76343" y="104208"/>
                  </a:cubicBezTo>
                  <a:lnTo>
                    <a:pt x="67335" y="95200"/>
                  </a:lnTo>
                  <a:lnTo>
                    <a:pt x="94742" y="95200"/>
                  </a:lnTo>
                  <a:cubicBezTo>
                    <a:pt x="111461" y="95200"/>
                    <a:pt x="125050" y="81611"/>
                    <a:pt x="125050" y="64892"/>
                  </a:cubicBezTo>
                  <a:lnTo>
                    <a:pt x="125050" y="30308"/>
                  </a:lnTo>
                  <a:cubicBezTo>
                    <a:pt x="125050" y="13589"/>
                    <a:pt x="111461" y="0"/>
                    <a:pt x="94742" y="0"/>
                  </a:cubicBezTo>
                  <a:close/>
                </a:path>
              </a:pathLst>
            </a:custGeom>
            <a:solidFill>
              <a:srgbClr val="1ED76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2" name="Google Shape;4002;p69"/>
            <p:cNvSpPr/>
            <p:nvPr/>
          </p:nvSpPr>
          <p:spPr>
            <a:xfrm>
              <a:off x="6987611" y="6243514"/>
              <a:ext cx="10382" cy="10382"/>
            </a:xfrm>
            <a:custGeom>
              <a:rect b="b" l="l" r="r" t="t"/>
              <a:pathLst>
                <a:path extrusionOk="0" h="10382" w="10382">
                  <a:moveTo>
                    <a:pt x="10383" y="5191"/>
                  </a:moveTo>
                  <a:cubicBezTo>
                    <a:pt x="10383" y="8058"/>
                    <a:pt x="8059" y="10383"/>
                    <a:pt x="5192" y="10383"/>
                  </a:cubicBezTo>
                  <a:cubicBezTo>
                    <a:pt x="2325" y="10383"/>
                    <a:pt x="0" y="8058"/>
                    <a:pt x="0" y="5191"/>
                  </a:cubicBezTo>
                  <a:cubicBezTo>
                    <a:pt x="0" y="2324"/>
                    <a:pt x="2325" y="0"/>
                    <a:pt x="5192" y="0"/>
                  </a:cubicBezTo>
                  <a:cubicBezTo>
                    <a:pt x="8059" y="0"/>
                    <a:pt x="10383" y="2324"/>
                    <a:pt x="10383" y="5191"/>
                  </a:cubicBezTo>
                  <a:close/>
                </a:path>
              </a:pathLst>
            </a:custGeom>
            <a:solidFill>
              <a:srgbClr val="1ED76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03" name="Google Shape;4003;p69"/>
          <p:cNvGrpSpPr/>
          <p:nvPr/>
        </p:nvGrpSpPr>
        <p:grpSpPr>
          <a:xfrm>
            <a:off x="4078532" y="4531259"/>
            <a:ext cx="133216" cy="106172"/>
            <a:chOff x="5595881" y="6122039"/>
            <a:chExt cx="120025" cy="95659"/>
          </a:xfrm>
        </p:grpSpPr>
        <p:sp>
          <p:nvSpPr>
            <p:cNvPr id="4004" name="Google Shape;4004;p69"/>
            <p:cNvSpPr/>
            <p:nvPr/>
          </p:nvSpPr>
          <p:spPr>
            <a:xfrm>
              <a:off x="5595881" y="6133630"/>
              <a:ext cx="120025" cy="84068"/>
            </a:xfrm>
            <a:custGeom>
              <a:rect b="b" l="l" r="r" t="t"/>
              <a:pathLst>
                <a:path extrusionOk="0" h="84068" w="120025">
                  <a:moveTo>
                    <a:pt x="99470" y="60184"/>
                  </a:moveTo>
                  <a:cubicBezTo>
                    <a:pt x="98020" y="58657"/>
                    <a:pt x="96569" y="57512"/>
                    <a:pt x="96188" y="55527"/>
                  </a:cubicBezTo>
                  <a:cubicBezTo>
                    <a:pt x="95729" y="53008"/>
                    <a:pt x="96721" y="50488"/>
                    <a:pt x="98936" y="49114"/>
                  </a:cubicBezTo>
                  <a:cubicBezTo>
                    <a:pt x="101150" y="47816"/>
                    <a:pt x="103974" y="47893"/>
                    <a:pt x="105883" y="49649"/>
                  </a:cubicBezTo>
                  <a:cubicBezTo>
                    <a:pt x="110158" y="53771"/>
                    <a:pt x="114357" y="57970"/>
                    <a:pt x="118480" y="62245"/>
                  </a:cubicBezTo>
                  <a:cubicBezTo>
                    <a:pt x="120541" y="64383"/>
                    <a:pt x="120541" y="67895"/>
                    <a:pt x="118480" y="70032"/>
                  </a:cubicBezTo>
                  <a:cubicBezTo>
                    <a:pt x="114357" y="74307"/>
                    <a:pt x="110234" y="78430"/>
                    <a:pt x="105959" y="82552"/>
                  </a:cubicBezTo>
                  <a:cubicBezTo>
                    <a:pt x="103669" y="84766"/>
                    <a:pt x="100005" y="84461"/>
                    <a:pt x="97867" y="82247"/>
                  </a:cubicBezTo>
                  <a:cubicBezTo>
                    <a:pt x="95653" y="80033"/>
                    <a:pt x="95500" y="76521"/>
                    <a:pt x="97562" y="74078"/>
                  </a:cubicBezTo>
                  <a:cubicBezTo>
                    <a:pt x="98096" y="73468"/>
                    <a:pt x="98783" y="72933"/>
                    <a:pt x="99394" y="72399"/>
                  </a:cubicBezTo>
                  <a:cubicBezTo>
                    <a:pt x="99394" y="72246"/>
                    <a:pt x="99317" y="72170"/>
                    <a:pt x="99241" y="72017"/>
                  </a:cubicBezTo>
                  <a:cubicBezTo>
                    <a:pt x="97027" y="72017"/>
                    <a:pt x="94813" y="72017"/>
                    <a:pt x="92599" y="72017"/>
                  </a:cubicBezTo>
                  <a:cubicBezTo>
                    <a:pt x="87637" y="72017"/>
                    <a:pt x="83133" y="70567"/>
                    <a:pt x="79010" y="67818"/>
                  </a:cubicBezTo>
                  <a:cubicBezTo>
                    <a:pt x="76872" y="66368"/>
                    <a:pt x="75117" y="64612"/>
                    <a:pt x="73513" y="62627"/>
                  </a:cubicBezTo>
                  <a:cubicBezTo>
                    <a:pt x="61451" y="47511"/>
                    <a:pt x="49313" y="32395"/>
                    <a:pt x="37250" y="17203"/>
                  </a:cubicBezTo>
                  <a:cubicBezTo>
                    <a:pt x="34502" y="13767"/>
                    <a:pt x="31143" y="12011"/>
                    <a:pt x="26715" y="12088"/>
                  </a:cubicBezTo>
                  <a:cubicBezTo>
                    <a:pt x="19920" y="12088"/>
                    <a:pt x="13126" y="12088"/>
                    <a:pt x="6331" y="12088"/>
                  </a:cubicBezTo>
                  <a:cubicBezTo>
                    <a:pt x="1827" y="12088"/>
                    <a:pt x="-1074" y="8041"/>
                    <a:pt x="376" y="4072"/>
                  </a:cubicBezTo>
                  <a:cubicBezTo>
                    <a:pt x="1217" y="1781"/>
                    <a:pt x="3354" y="102"/>
                    <a:pt x="5797" y="102"/>
                  </a:cubicBezTo>
                  <a:cubicBezTo>
                    <a:pt x="13431" y="102"/>
                    <a:pt x="21066" y="-127"/>
                    <a:pt x="28700" y="102"/>
                  </a:cubicBezTo>
                  <a:cubicBezTo>
                    <a:pt x="35495" y="331"/>
                    <a:pt x="41220" y="3156"/>
                    <a:pt x="45496" y="8423"/>
                  </a:cubicBezTo>
                  <a:cubicBezTo>
                    <a:pt x="54962" y="20027"/>
                    <a:pt x="64276" y="31784"/>
                    <a:pt x="73590" y="43465"/>
                  </a:cubicBezTo>
                  <a:cubicBezTo>
                    <a:pt x="76720" y="47358"/>
                    <a:pt x="79774" y="51175"/>
                    <a:pt x="82903" y="55069"/>
                  </a:cubicBezTo>
                  <a:cubicBezTo>
                    <a:pt x="85423" y="58199"/>
                    <a:pt x="88629" y="59878"/>
                    <a:pt x="92752" y="59878"/>
                  </a:cubicBezTo>
                  <a:cubicBezTo>
                    <a:pt x="94889" y="59878"/>
                    <a:pt x="96951" y="59878"/>
                    <a:pt x="99394" y="5987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5" name="Google Shape;4005;p69"/>
            <p:cNvSpPr/>
            <p:nvPr/>
          </p:nvSpPr>
          <p:spPr>
            <a:xfrm>
              <a:off x="5661751" y="6122039"/>
              <a:ext cx="54079" cy="38845"/>
            </a:xfrm>
            <a:custGeom>
              <a:rect b="b" l="l" r="r" t="t"/>
              <a:pathLst>
                <a:path extrusionOk="0" h="38845" w="54079">
                  <a:moveTo>
                    <a:pt x="33217" y="23832"/>
                  </a:moveTo>
                  <a:cubicBezTo>
                    <a:pt x="30317" y="23908"/>
                    <a:pt x="27416" y="23603"/>
                    <a:pt x="24591" y="24061"/>
                  </a:cubicBezTo>
                  <a:cubicBezTo>
                    <a:pt x="21461" y="24519"/>
                    <a:pt x="19018" y="26275"/>
                    <a:pt x="17033" y="28718"/>
                  </a:cubicBezTo>
                  <a:cubicBezTo>
                    <a:pt x="14972" y="31313"/>
                    <a:pt x="12910" y="33909"/>
                    <a:pt x="10773" y="36505"/>
                  </a:cubicBezTo>
                  <a:cubicBezTo>
                    <a:pt x="9093" y="38490"/>
                    <a:pt x="6956" y="39329"/>
                    <a:pt x="4360" y="38566"/>
                  </a:cubicBezTo>
                  <a:cubicBezTo>
                    <a:pt x="1841" y="37802"/>
                    <a:pt x="466" y="36047"/>
                    <a:pt x="85" y="33527"/>
                  </a:cubicBezTo>
                  <a:cubicBezTo>
                    <a:pt x="-144" y="32229"/>
                    <a:pt x="85" y="30932"/>
                    <a:pt x="848" y="29939"/>
                  </a:cubicBezTo>
                  <a:cubicBezTo>
                    <a:pt x="4131" y="25664"/>
                    <a:pt x="7108" y="21160"/>
                    <a:pt x="11231" y="17572"/>
                  </a:cubicBezTo>
                  <a:cubicBezTo>
                    <a:pt x="15582" y="13754"/>
                    <a:pt x="20774" y="11922"/>
                    <a:pt x="26500" y="11922"/>
                  </a:cubicBezTo>
                  <a:cubicBezTo>
                    <a:pt x="28714" y="11922"/>
                    <a:pt x="31004" y="11922"/>
                    <a:pt x="33447" y="11617"/>
                  </a:cubicBezTo>
                  <a:cubicBezTo>
                    <a:pt x="32912" y="11082"/>
                    <a:pt x="32301" y="10624"/>
                    <a:pt x="31767" y="10090"/>
                  </a:cubicBezTo>
                  <a:cubicBezTo>
                    <a:pt x="29477" y="7647"/>
                    <a:pt x="29553" y="4059"/>
                    <a:pt x="31920" y="1768"/>
                  </a:cubicBezTo>
                  <a:cubicBezTo>
                    <a:pt x="34134" y="-445"/>
                    <a:pt x="37798" y="-675"/>
                    <a:pt x="40165" y="1616"/>
                  </a:cubicBezTo>
                  <a:cubicBezTo>
                    <a:pt x="44364" y="5662"/>
                    <a:pt x="48410" y="9785"/>
                    <a:pt x="52456" y="13907"/>
                  </a:cubicBezTo>
                  <a:cubicBezTo>
                    <a:pt x="54670" y="16197"/>
                    <a:pt x="54594" y="19709"/>
                    <a:pt x="52380" y="21999"/>
                  </a:cubicBezTo>
                  <a:cubicBezTo>
                    <a:pt x="48334" y="26122"/>
                    <a:pt x="44211" y="30244"/>
                    <a:pt x="40089" y="34291"/>
                  </a:cubicBezTo>
                  <a:cubicBezTo>
                    <a:pt x="37722" y="36581"/>
                    <a:pt x="33981" y="36428"/>
                    <a:pt x="31767" y="34138"/>
                  </a:cubicBezTo>
                  <a:cubicBezTo>
                    <a:pt x="29477" y="31848"/>
                    <a:pt x="29477" y="28183"/>
                    <a:pt x="31767" y="25817"/>
                  </a:cubicBezTo>
                  <a:cubicBezTo>
                    <a:pt x="32301" y="25282"/>
                    <a:pt x="32836" y="24824"/>
                    <a:pt x="33370" y="24290"/>
                  </a:cubicBezTo>
                  <a:cubicBezTo>
                    <a:pt x="33370" y="24137"/>
                    <a:pt x="33370" y="24061"/>
                    <a:pt x="33294" y="239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6" name="Google Shape;4006;p69"/>
            <p:cNvSpPr/>
            <p:nvPr/>
          </p:nvSpPr>
          <p:spPr>
            <a:xfrm>
              <a:off x="5596028" y="6178543"/>
              <a:ext cx="53998" cy="27257"/>
            </a:xfrm>
            <a:custGeom>
              <a:rect b="b" l="l" r="r" t="t"/>
              <a:pathLst>
                <a:path extrusionOk="0" h="27257" w="53998">
                  <a:moveTo>
                    <a:pt x="17254" y="27257"/>
                  </a:moveTo>
                  <a:cubicBezTo>
                    <a:pt x="13589" y="27257"/>
                    <a:pt x="9925" y="27257"/>
                    <a:pt x="6337" y="27257"/>
                  </a:cubicBezTo>
                  <a:cubicBezTo>
                    <a:pt x="2595" y="27257"/>
                    <a:pt x="0" y="24738"/>
                    <a:pt x="0" y="21226"/>
                  </a:cubicBezTo>
                  <a:cubicBezTo>
                    <a:pt x="0" y="17714"/>
                    <a:pt x="2595" y="15271"/>
                    <a:pt x="6413" y="15195"/>
                  </a:cubicBezTo>
                  <a:cubicBezTo>
                    <a:pt x="13054" y="15195"/>
                    <a:pt x="19697" y="15119"/>
                    <a:pt x="26338" y="15195"/>
                  </a:cubicBezTo>
                  <a:cubicBezTo>
                    <a:pt x="30995" y="15195"/>
                    <a:pt x="34583" y="13516"/>
                    <a:pt x="37332" y="9851"/>
                  </a:cubicBezTo>
                  <a:cubicBezTo>
                    <a:pt x="39316" y="7179"/>
                    <a:pt x="41454" y="4583"/>
                    <a:pt x="43592" y="2064"/>
                  </a:cubicBezTo>
                  <a:cubicBezTo>
                    <a:pt x="45348" y="3"/>
                    <a:pt x="48096" y="-532"/>
                    <a:pt x="50463" y="537"/>
                  </a:cubicBezTo>
                  <a:cubicBezTo>
                    <a:pt x="52753" y="1606"/>
                    <a:pt x="54203" y="3896"/>
                    <a:pt x="53975" y="6568"/>
                  </a:cubicBezTo>
                  <a:cubicBezTo>
                    <a:pt x="53898" y="7790"/>
                    <a:pt x="53440" y="8859"/>
                    <a:pt x="52676" y="9775"/>
                  </a:cubicBezTo>
                  <a:cubicBezTo>
                    <a:pt x="50234" y="12829"/>
                    <a:pt x="47867" y="15882"/>
                    <a:pt x="45348" y="18860"/>
                  </a:cubicBezTo>
                  <a:cubicBezTo>
                    <a:pt x="40691" y="24280"/>
                    <a:pt x="34736" y="27028"/>
                    <a:pt x="27636" y="27181"/>
                  </a:cubicBezTo>
                  <a:cubicBezTo>
                    <a:pt x="24201" y="27257"/>
                    <a:pt x="20689" y="27181"/>
                    <a:pt x="17254" y="27181"/>
                  </a:cubicBezTo>
                  <a:lnTo>
                    <a:pt x="17254" y="271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07" name="Google Shape;4007;p69"/>
          <p:cNvGrpSpPr/>
          <p:nvPr/>
        </p:nvGrpSpPr>
        <p:grpSpPr>
          <a:xfrm>
            <a:off x="7383017" y="4646525"/>
            <a:ext cx="125354" cy="127129"/>
            <a:chOff x="9752405" y="6195366"/>
            <a:chExt cx="167139" cy="169506"/>
          </a:xfrm>
        </p:grpSpPr>
        <p:sp>
          <p:nvSpPr>
            <p:cNvPr id="4008" name="Google Shape;4008;p69"/>
            <p:cNvSpPr/>
            <p:nvPr/>
          </p:nvSpPr>
          <p:spPr>
            <a:xfrm>
              <a:off x="9752405" y="6248018"/>
              <a:ext cx="115632" cy="116854"/>
            </a:xfrm>
            <a:custGeom>
              <a:rect b="b" l="l" r="r" t="t"/>
              <a:pathLst>
                <a:path extrusionOk="0" h="116854" w="115632">
                  <a:moveTo>
                    <a:pt x="75476" y="0"/>
                  </a:moveTo>
                  <a:lnTo>
                    <a:pt x="5851" y="78252"/>
                  </a:lnTo>
                  <a:cubicBezTo>
                    <a:pt x="-2088" y="86344"/>
                    <a:pt x="-1936" y="99475"/>
                    <a:pt x="6233" y="107415"/>
                  </a:cubicBezTo>
                  <a:lnTo>
                    <a:pt x="9898" y="111003"/>
                  </a:lnTo>
                  <a:cubicBezTo>
                    <a:pt x="17990" y="118943"/>
                    <a:pt x="31121" y="118790"/>
                    <a:pt x="39061" y="110621"/>
                  </a:cubicBezTo>
                  <a:lnTo>
                    <a:pt x="115633" y="39164"/>
                  </a:lnTo>
                  <a:cubicBezTo>
                    <a:pt x="105937" y="38019"/>
                    <a:pt x="96471" y="33820"/>
                    <a:pt x="88913" y="26415"/>
                  </a:cubicBezTo>
                  <a:cubicBezTo>
                    <a:pt x="81355" y="19009"/>
                    <a:pt x="76927" y="9696"/>
                    <a:pt x="75553" y="0"/>
                  </a:cubicBezTo>
                  <a:close/>
                </a:path>
              </a:pathLst>
            </a:custGeom>
            <a:noFill/>
            <a:ln cap="flat" cmpd="sng" w="15250">
              <a:solidFill>
                <a:srgbClr val="A3A3A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9" name="Google Shape;4009;p69"/>
            <p:cNvSpPr/>
            <p:nvPr/>
          </p:nvSpPr>
          <p:spPr>
            <a:xfrm>
              <a:off x="9827403" y="6195366"/>
              <a:ext cx="92141" cy="92134"/>
            </a:xfrm>
            <a:custGeom>
              <a:rect b="b" l="l" r="r" t="t"/>
              <a:pathLst>
                <a:path extrusionOk="0" h="92134" w="92141">
                  <a:moveTo>
                    <a:pt x="78272" y="13106"/>
                  </a:moveTo>
                  <a:cubicBezTo>
                    <a:pt x="60026" y="-4682"/>
                    <a:pt x="30863" y="-4300"/>
                    <a:pt x="13075" y="13869"/>
                  </a:cubicBezTo>
                  <a:cubicBezTo>
                    <a:pt x="2692" y="24557"/>
                    <a:pt x="-1507" y="38910"/>
                    <a:pt x="478" y="52652"/>
                  </a:cubicBezTo>
                  <a:cubicBezTo>
                    <a:pt x="1852" y="62347"/>
                    <a:pt x="6280" y="71661"/>
                    <a:pt x="13838" y="79066"/>
                  </a:cubicBezTo>
                  <a:cubicBezTo>
                    <a:pt x="21396" y="86472"/>
                    <a:pt x="30863" y="90670"/>
                    <a:pt x="40558" y="91816"/>
                  </a:cubicBezTo>
                  <a:cubicBezTo>
                    <a:pt x="54300" y="93419"/>
                    <a:pt x="68576" y="88991"/>
                    <a:pt x="79035" y="78303"/>
                  </a:cubicBezTo>
                  <a:cubicBezTo>
                    <a:pt x="96823" y="60057"/>
                    <a:pt x="96442" y="30894"/>
                    <a:pt x="78272" y="13106"/>
                  </a:cubicBezTo>
                  <a:close/>
                </a:path>
              </a:pathLst>
            </a:custGeom>
            <a:noFill/>
            <a:ln cap="flat" cmpd="sng" w="15250">
              <a:solidFill>
                <a:srgbClr val="A3A3A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0" name="Google Shape;4010;p69"/>
          <p:cNvGrpSpPr/>
          <p:nvPr/>
        </p:nvGrpSpPr>
        <p:grpSpPr>
          <a:xfrm>
            <a:off x="7684801" y="4659618"/>
            <a:ext cx="150587" cy="106670"/>
            <a:chOff x="10154783" y="6212824"/>
            <a:chExt cx="200782" cy="142227"/>
          </a:xfrm>
        </p:grpSpPr>
        <p:sp>
          <p:nvSpPr>
            <p:cNvPr id="4011" name="Google Shape;4011;p69"/>
            <p:cNvSpPr/>
            <p:nvPr/>
          </p:nvSpPr>
          <p:spPr>
            <a:xfrm>
              <a:off x="10154783" y="6212824"/>
              <a:ext cx="200782" cy="35423"/>
            </a:xfrm>
            <a:custGeom>
              <a:rect b="b" l="l" r="r" t="t"/>
              <a:pathLst>
                <a:path extrusionOk="0" h="35423" w="200782">
                  <a:moveTo>
                    <a:pt x="183071" y="0"/>
                  </a:moveTo>
                  <a:cubicBezTo>
                    <a:pt x="192852" y="0"/>
                    <a:pt x="200782" y="7930"/>
                    <a:pt x="200782" y="17712"/>
                  </a:cubicBezTo>
                  <a:lnTo>
                    <a:pt x="200782" y="17712"/>
                  </a:lnTo>
                  <a:cubicBezTo>
                    <a:pt x="200782" y="27493"/>
                    <a:pt x="192852" y="35423"/>
                    <a:pt x="183071" y="35423"/>
                  </a:cubicBezTo>
                  <a:lnTo>
                    <a:pt x="17711" y="35423"/>
                  </a:lnTo>
                  <a:cubicBezTo>
                    <a:pt x="7930" y="35423"/>
                    <a:pt x="0" y="27493"/>
                    <a:pt x="0" y="17712"/>
                  </a:cubicBezTo>
                  <a:lnTo>
                    <a:pt x="0" y="17712"/>
                  </a:lnTo>
                  <a:cubicBezTo>
                    <a:pt x="0" y="7930"/>
                    <a:pt x="7930" y="0"/>
                    <a:pt x="17711" y="0"/>
                  </a:cubicBezTo>
                  <a:close/>
                </a:path>
              </a:pathLst>
            </a:custGeom>
            <a:noFill/>
            <a:ln cap="flat" cmpd="sng" w="15250">
              <a:solidFill>
                <a:srgbClr val="A3A3A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2" name="Google Shape;4012;p69"/>
            <p:cNvSpPr/>
            <p:nvPr/>
          </p:nvSpPr>
          <p:spPr>
            <a:xfrm>
              <a:off x="10154783" y="6302527"/>
              <a:ext cx="200782" cy="7634"/>
            </a:xfrm>
            <a:custGeom>
              <a:rect b="b" l="l" r="r" t="t"/>
              <a:pathLst>
                <a:path extrusionOk="0" h="7634" w="200782">
                  <a:moveTo>
                    <a:pt x="0" y="0"/>
                  </a:moveTo>
                  <a:lnTo>
                    <a:pt x="200782" y="0"/>
                  </a:lnTo>
                </a:path>
              </a:pathLst>
            </a:custGeom>
            <a:noFill/>
            <a:ln cap="flat" cmpd="sng" w="15250">
              <a:solidFill>
                <a:srgbClr val="A3A3A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3" name="Google Shape;4013;p69"/>
            <p:cNvSpPr/>
            <p:nvPr/>
          </p:nvSpPr>
          <p:spPr>
            <a:xfrm>
              <a:off x="10154783" y="6347417"/>
              <a:ext cx="200782" cy="7634"/>
            </a:xfrm>
            <a:custGeom>
              <a:rect b="b" l="l" r="r" t="t"/>
              <a:pathLst>
                <a:path extrusionOk="0" h="7634" w="200782">
                  <a:moveTo>
                    <a:pt x="0" y="0"/>
                  </a:moveTo>
                  <a:lnTo>
                    <a:pt x="200782" y="0"/>
                  </a:lnTo>
                </a:path>
              </a:pathLst>
            </a:custGeom>
            <a:noFill/>
            <a:ln cap="flat" cmpd="sng" w="15250">
              <a:solidFill>
                <a:srgbClr val="A3A3A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4" name="Google Shape;4014;p69"/>
          <p:cNvGrpSpPr/>
          <p:nvPr/>
        </p:nvGrpSpPr>
        <p:grpSpPr>
          <a:xfrm>
            <a:off x="8114059" y="4654349"/>
            <a:ext cx="56513" cy="113026"/>
            <a:chOff x="10727127" y="6205800"/>
            <a:chExt cx="75350" cy="150701"/>
          </a:xfrm>
        </p:grpSpPr>
        <p:sp>
          <p:nvSpPr>
            <p:cNvPr id="4015" name="Google Shape;4015;p69"/>
            <p:cNvSpPr/>
            <p:nvPr/>
          </p:nvSpPr>
          <p:spPr>
            <a:xfrm>
              <a:off x="10727127" y="6205800"/>
              <a:ext cx="75350" cy="150701"/>
            </a:xfrm>
            <a:custGeom>
              <a:rect b="b" l="l" r="r" t="t"/>
              <a:pathLst>
                <a:path extrusionOk="0" h="150701" w="75350">
                  <a:moveTo>
                    <a:pt x="0" y="0"/>
                  </a:moveTo>
                  <a:cubicBezTo>
                    <a:pt x="41607" y="0"/>
                    <a:pt x="75351" y="33744"/>
                    <a:pt x="75351" y="75351"/>
                  </a:cubicBezTo>
                  <a:cubicBezTo>
                    <a:pt x="75351" y="116958"/>
                    <a:pt x="41607" y="150701"/>
                    <a:pt x="0" y="150701"/>
                  </a:cubicBezTo>
                </a:path>
              </a:pathLst>
            </a:custGeom>
            <a:noFill/>
            <a:ln cap="flat" cmpd="sng" w="15250">
              <a:solidFill>
                <a:srgbClr val="A3A3A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6" name="Google Shape;4016;p69"/>
            <p:cNvSpPr/>
            <p:nvPr/>
          </p:nvSpPr>
          <p:spPr>
            <a:xfrm>
              <a:off x="10727127" y="6236032"/>
              <a:ext cx="45119" cy="90237"/>
            </a:xfrm>
            <a:custGeom>
              <a:rect b="b" l="l" r="r" t="t"/>
              <a:pathLst>
                <a:path extrusionOk="0" h="90237" w="45119">
                  <a:moveTo>
                    <a:pt x="0" y="0"/>
                  </a:moveTo>
                  <a:cubicBezTo>
                    <a:pt x="24888" y="0"/>
                    <a:pt x="45119" y="20155"/>
                    <a:pt x="45119" y="45119"/>
                  </a:cubicBezTo>
                  <a:cubicBezTo>
                    <a:pt x="45119" y="70083"/>
                    <a:pt x="24964" y="90238"/>
                    <a:pt x="0" y="90238"/>
                  </a:cubicBezTo>
                </a:path>
              </a:pathLst>
            </a:custGeom>
            <a:noFill/>
            <a:ln cap="flat" cmpd="sng" w="15250">
              <a:solidFill>
                <a:srgbClr val="A3A3A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7" name="Google Shape;4017;p69"/>
          <p:cNvGrpSpPr/>
          <p:nvPr/>
        </p:nvGrpSpPr>
        <p:grpSpPr>
          <a:xfrm>
            <a:off x="8287835" y="4726895"/>
            <a:ext cx="544288" cy="5725"/>
            <a:chOff x="10958829" y="6302527"/>
            <a:chExt cx="725717" cy="7634"/>
          </a:xfrm>
        </p:grpSpPr>
        <p:sp>
          <p:nvSpPr>
            <p:cNvPr id="4018" name="Google Shape;4018;p69"/>
            <p:cNvSpPr/>
            <p:nvPr/>
          </p:nvSpPr>
          <p:spPr>
            <a:xfrm>
              <a:off x="10958829" y="6302527"/>
              <a:ext cx="725717" cy="7634"/>
            </a:xfrm>
            <a:custGeom>
              <a:rect b="b" l="l" r="r" t="t"/>
              <a:pathLst>
                <a:path extrusionOk="0" h="7634" w="725717">
                  <a:moveTo>
                    <a:pt x="0" y="0"/>
                  </a:moveTo>
                  <a:lnTo>
                    <a:pt x="725718" y="0"/>
                  </a:lnTo>
                </a:path>
              </a:pathLst>
            </a:custGeom>
            <a:noFill/>
            <a:ln cap="rnd" cmpd="sng" w="22900">
              <a:solidFill>
                <a:srgbClr val="A3A3A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9" name="Google Shape;4019;p69"/>
            <p:cNvSpPr/>
            <p:nvPr/>
          </p:nvSpPr>
          <p:spPr>
            <a:xfrm>
              <a:off x="10958829" y="6302527"/>
              <a:ext cx="609829" cy="7634"/>
            </a:xfrm>
            <a:custGeom>
              <a:rect b="b" l="l" r="r" t="t"/>
              <a:pathLst>
                <a:path extrusionOk="0" h="7634" w="609829">
                  <a:moveTo>
                    <a:pt x="0" y="0"/>
                  </a:moveTo>
                  <a:lnTo>
                    <a:pt x="609829" y="0"/>
                  </a:lnTo>
                </a:path>
              </a:pathLst>
            </a:custGeom>
            <a:noFill/>
            <a:ln cap="rnd" cmpd="sng" w="22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020" name="Google Shape;4020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8014" y="4625126"/>
            <a:ext cx="118256" cy="171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&#10;&#10;Description automatically generated" id="4021" name="Google Shape;4021;p69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6830" y="4405395"/>
            <a:ext cx="600859" cy="600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